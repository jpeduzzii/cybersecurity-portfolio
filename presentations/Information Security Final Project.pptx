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8" r:id="rId3"/>
    <p:sldId id="257" r:id="rId4"/>
    <p:sldId id="259" r:id="rId5"/>
    <p:sldId id="261" r:id="rId6"/>
    <p:sldId id="271" r:id="rId7"/>
    <p:sldId id="272" r:id="rId8"/>
    <p:sldId id="273" r:id="rId9"/>
    <p:sldId id="274" r:id="rId10"/>
    <p:sldId id="275" r:id="rId11"/>
    <p:sldId id="276" r:id="rId12"/>
    <p:sldId id="277" r:id="rId13"/>
    <p:sldId id="265" r:id="rId14"/>
    <p:sldId id="278"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C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B6C36-66EC-CF1F-66CE-35042FD2E593}" v="727" dt="2025-05-05T00:32:45.377"/>
    <p1510:client id="{C0BD29F1-B4F6-1B91-BE22-CAB005383466}" v="245" dt="2025-05-05T00:10:00.489"/>
    <p1510:client id="{D4B78BFB-B8B4-D84A-D7C7-8A79B269D06B}" v="11" dt="2025-05-05T12:40:34.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Fratz" userId="S::gfratz23@lakers.mercyhurst.edu::0a8fcfed-d108-4f82-9daa-ae7fe4acb342" providerId="AD" clId="Web-{969469D8-FBBC-A371-EDEE-637AF9CD9473}"/>
    <pc:docChg chg="addSld delSld modSld sldOrd">
      <pc:chgData name="Grace Fratz" userId="S::gfratz23@lakers.mercyhurst.edu::0a8fcfed-d108-4f82-9daa-ae7fe4acb342" providerId="AD" clId="Web-{969469D8-FBBC-A371-EDEE-637AF9CD9473}" dt="2025-05-02T17:56:54.977" v="39" actId="20577"/>
      <pc:docMkLst>
        <pc:docMk/>
      </pc:docMkLst>
      <pc:sldChg chg="modSp del">
        <pc:chgData name="Grace Fratz" userId="S::gfratz23@lakers.mercyhurst.edu::0a8fcfed-d108-4f82-9daa-ae7fe4acb342" providerId="AD" clId="Web-{969469D8-FBBC-A371-EDEE-637AF9CD9473}" dt="2025-05-02T17:55:55.272" v="37"/>
        <pc:sldMkLst>
          <pc:docMk/>
          <pc:sldMk cId="3803526992" sldId="266"/>
        </pc:sldMkLst>
        <pc:spChg chg="mod">
          <ac:chgData name="Grace Fratz" userId="S::gfratz23@lakers.mercyhurst.edu::0a8fcfed-d108-4f82-9daa-ae7fe4acb342" providerId="AD" clId="Web-{969469D8-FBBC-A371-EDEE-637AF9CD9473}" dt="2025-05-02T17:55:29.709" v="26" actId="20577"/>
          <ac:spMkLst>
            <pc:docMk/>
            <pc:sldMk cId="3803526992" sldId="266"/>
            <ac:spMk id="3" creationId="{052B5FB5-BF44-3AEA-ADCC-CB70AB29EC96}"/>
          </ac:spMkLst>
        </pc:spChg>
      </pc:sldChg>
      <pc:sldChg chg="modSp">
        <pc:chgData name="Grace Fratz" userId="S::gfratz23@lakers.mercyhurst.edu::0a8fcfed-d108-4f82-9daa-ae7fe4acb342" providerId="AD" clId="Web-{969469D8-FBBC-A371-EDEE-637AF9CD9473}" dt="2025-05-02T17:56:54.977" v="39" actId="20577"/>
        <pc:sldMkLst>
          <pc:docMk/>
          <pc:sldMk cId="1679115785" sldId="276"/>
        </pc:sldMkLst>
        <pc:spChg chg="mod">
          <ac:chgData name="Grace Fratz" userId="S::gfratz23@lakers.mercyhurst.edu::0a8fcfed-d108-4f82-9daa-ae7fe4acb342" providerId="AD" clId="Web-{969469D8-FBBC-A371-EDEE-637AF9CD9473}" dt="2025-05-02T17:56:54.977" v="39" actId="20577"/>
          <ac:spMkLst>
            <pc:docMk/>
            <pc:sldMk cId="1679115785" sldId="276"/>
            <ac:spMk id="3" creationId="{F04E6DB3-E8F5-DFEC-1DD4-268E587805D3}"/>
          </ac:spMkLst>
        </pc:spChg>
      </pc:sldChg>
      <pc:sldChg chg="modSp add ord replId">
        <pc:chgData name="Grace Fratz" userId="S::gfratz23@lakers.mercyhurst.edu::0a8fcfed-d108-4f82-9daa-ae7fe4acb342" providerId="AD" clId="Web-{969469D8-FBBC-A371-EDEE-637AF9CD9473}" dt="2025-05-02T17:55:52.991" v="36" actId="20577"/>
        <pc:sldMkLst>
          <pc:docMk/>
          <pc:sldMk cId="4040034181" sldId="278"/>
        </pc:sldMkLst>
        <pc:spChg chg="mod">
          <ac:chgData name="Grace Fratz" userId="S::gfratz23@lakers.mercyhurst.edu::0a8fcfed-d108-4f82-9daa-ae7fe4acb342" providerId="AD" clId="Web-{969469D8-FBBC-A371-EDEE-637AF9CD9473}" dt="2025-05-02T17:55:39.678" v="33" actId="20577"/>
          <ac:spMkLst>
            <pc:docMk/>
            <pc:sldMk cId="4040034181" sldId="278"/>
            <ac:spMk id="2" creationId="{219B33EB-42BB-EB74-984A-19972D2EBBFD}"/>
          </ac:spMkLst>
        </pc:spChg>
        <pc:spChg chg="mod">
          <ac:chgData name="Grace Fratz" userId="S::gfratz23@lakers.mercyhurst.edu::0a8fcfed-d108-4f82-9daa-ae7fe4acb342" providerId="AD" clId="Web-{969469D8-FBBC-A371-EDEE-637AF9CD9473}" dt="2025-05-02T17:55:52.991" v="36" actId="20577"/>
          <ac:spMkLst>
            <pc:docMk/>
            <pc:sldMk cId="4040034181" sldId="278"/>
            <ac:spMk id="3" creationId="{1CFC19DB-5801-FA51-9D9D-11DE4793E1E4}"/>
          </ac:spMkLst>
        </pc:spChg>
      </pc:sldChg>
    </pc:docChg>
  </pc:docChgLst>
  <pc:docChgLst>
    <pc:chgData name="Grace Fratz" userId="S::gfratz23@lakers.mercyhurst.edu::0a8fcfed-d108-4f82-9daa-ae7fe4acb342" providerId="AD" clId="Web-{2B253D7D-1025-26AE-85B7-5D78E876A206}"/>
    <pc:docChg chg="addSld delSld modSld sldOrd modMainMaster">
      <pc:chgData name="Grace Fratz" userId="S::gfratz23@lakers.mercyhurst.edu::0a8fcfed-d108-4f82-9daa-ae7fe4acb342" providerId="AD" clId="Web-{2B253D7D-1025-26AE-85B7-5D78E876A206}" dt="2025-04-29T22:11:09.363" v="224"/>
      <pc:docMkLst>
        <pc:docMk/>
      </pc:docMkLst>
      <pc:sldChg chg="addSp delSp modSp del mod setBg">
        <pc:chgData name="Grace Fratz" userId="S::gfratz23@lakers.mercyhurst.edu::0a8fcfed-d108-4f82-9daa-ae7fe4acb342" providerId="AD" clId="Web-{2B253D7D-1025-26AE-85B7-5D78E876A206}" dt="2025-04-29T09:34:14.914" v="194"/>
        <pc:sldMkLst>
          <pc:docMk/>
          <pc:sldMk cId="109857222" sldId="256"/>
        </pc:sldMkLst>
        <pc:spChg chg="del mod">
          <ac:chgData name="Grace Fratz" userId="S::gfratz23@lakers.mercyhurst.edu::0a8fcfed-d108-4f82-9daa-ae7fe4acb342" providerId="AD" clId="Web-{2B253D7D-1025-26AE-85B7-5D78E876A206}" dt="2025-04-29T09:33:48.444" v="188"/>
          <ac:spMkLst>
            <pc:docMk/>
            <pc:sldMk cId="109857222" sldId="256"/>
            <ac:spMk id="2" creationId="{00000000-0000-0000-0000-000000000000}"/>
          </ac:spMkLst>
        </pc:spChg>
        <pc:spChg chg="mod">
          <ac:chgData name="Grace Fratz" userId="S::gfratz23@lakers.mercyhurst.edu::0a8fcfed-d108-4f82-9daa-ae7fe4acb342" providerId="AD" clId="Web-{2B253D7D-1025-26AE-85B7-5D78E876A206}" dt="2025-04-29T09:25:59.005" v="74" actId="1076"/>
          <ac:spMkLst>
            <pc:docMk/>
            <pc:sldMk cId="109857222" sldId="256"/>
            <ac:spMk id="3" creationId="{00000000-0000-0000-0000-000000000000}"/>
          </ac:spMkLst>
        </pc:spChg>
        <pc:spChg chg="add mod">
          <ac:chgData name="Grace Fratz" userId="S::gfratz23@lakers.mercyhurst.edu::0a8fcfed-d108-4f82-9daa-ae7fe4acb342" providerId="AD" clId="Web-{2B253D7D-1025-26AE-85B7-5D78E876A206}" dt="2025-04-29T09:33:48.444" v="188"/>
          <ac:spMkLst>
            <pc:docMk/>
            <pc:sldMk cId="109857222" sldId="256"/>
            <ac:spMk id="6" creationId="{78C1D2F1-2C84-EB5A-F68E-06D7B94C55EE}"/>
          </ac:spMkLst>
        </pc:spChg>
        <pc:spChg chg="add del">
          <ac:chgData name="Grace Fratz" userId="S::gfratz23@lakers.mercyhurst.edu::0a8fcfed-d108-4f82-9daa-ae7fe4acb342" providerId="AD" clId="Web-{2B253D7D-1025-26AE-85B7-5D78E876A206}" dt="2025-04-29T09:33:58.366" v="190"/>
          <ac:spMkLst>
            <pc:docMk/>
            <pc:sldMk cId="109857222" sldId="256"/>
            <ac:spMk id="7" creationId="{C8410926-44DA-B120-F534-6FA0A820785D}"/>
          </ac:spMkLst>
        </pc:spChg>
        <pc:spChg chg="add del">
          <ac:chgData name="Grace Fratz" userId="S::gfratz23@lakers.mercyhurst.edu::0a8fcfed-d108-4f82-9daa-ae7fe4acb342" providerId="AD" clId="Web-{2B253D7D-1025-26AE-85B7-5D78E876A206}" dt="2025-04-29T09:34:03.116" v="192"/>
          <ac:spMkLst>
            <pc:docMk/>
            <pc:sldMk cId="109857222" sldId="256"/>
            <ac:spMk id="8" creationId="{B35BFC72-A97C-DBE5-028E-B7B11597CDCE}"/>
          </ac:spMkLst>
        </pc:spChg>
        <pc:spChg chg="add del">
          <ac:chgData name="Grace Fratz" userId="S::gfratz23@lakers.mercyhurst.edu::0a8fcfed-d108-4f82-9daa-ae7fe4acb342" providerId="AD" clId="Web-{2B253D7D-1025-26AE-85B7-5D78E876A206}" dt="2025-04-29T09:21:33.503" v="2"/>
          <ac:spMkLst>
            <pc:docMk/>
            <pc:sldMk cId="109857222" sldId="256"/>
            <ac:spMk id="9" creationId="{8C790BE2-4E4F-4AAF-81A2-4A6F4885EBE6}"/>
          </ac:spMkLst>
        </pc:spChg>
        <pc:spChg chg="add del">
          <ac:chgData name="Grace Fratz" userId="S::gfratz23@lakers.mercyhurst.edu::0a8fcfed-d108-4f82-9daa-ae7fe4acb342" providerId="AD" clId="Web-{2B253D7D-1025-26AE-85B7-5D78E876A206}" dt="2025-04-29T09:21:33.503" v="2"/>
          <ac:spMkLst>
            <pc:docMk/>
            <pc:sldMk cId="109857222" sldId="256"/>
            <ac:spMk id="11" creationId="{D28B54C3-B57B-472A-B96E-1FCB67093DC2}"/>
          </ac:spMkLst>
        </pc:spChg>
        <pc:spChg chg="add del">
          <ac:chgData name="Grace Fratz" userId="S::gfratz23@lakers.mercyhurst.edu::0a8fcfed-d108-4f82-9daa-ae7fe4acb342" providerId="AD" clId="Web-{2B253D7D-1025-26AE-85B7-5D78E876A206}" dt="2025-04-29T09:21:33.503" v="2"/>
          <ac:spMkLst>
            <pc:docMk/>
            <pc:sldMk cId="109857222" sldId="256"/>
            <ac:spMk id="13" creationId="{7DB3C429-F8DA-49B9-AF84-21996FCF78B5}"/>
          </ac:spMkLst>
        </pc:spChg>
        <pc:spChg chg="add del">
          <ac:chgData name="Grace Fratz" userId="S::gfratz23@lakers.mercyhurst.edu::0a8fcfed-d108-4f82-9daa-ae7fe4acb342" providerId="AD" clId="Web-{2B253D7D-1025-26AE-85B7-5D78E876A206}" dt="2025-04-29T09:21:33.503" v="2"/>
          <ac:spMkLst>
            <pc:docMk/>
            <pc:sldMk cId="109857222" sldId="256"/>
            <ac:spMk id="15" creationId="{C4C9F2B0-1044-46EB-8AEB-C3BFFDE6C2CC}"/>
          </ac:spMkLst>
        </pc:spChg>
        <pc:spChg chg="add del">
          <ac:chgData name="Grace Fratz" userId="S::gfratz23@lakers.mercyhurst.edu::0a8fcfed-d108-4f82-9daa-ae7fe4acb342" providerId="AD" clId="Web-{2B253D7D-1025-26AE-85B7-5D78E876A206}" dt="2025-04-29T09:21:33.503" v="2"/>
          <ac:spMkLst>
            <pc:docMk/>
            <pc:sldMk cId="109857222" sldId="256"/>
            <ac:spMk id="17" creationId="{32B3ACB3-D689-442E-8A40-8680B0FEB8A2}"/>
          </ac:spMkLst>
        </pc:spChg>
        <pc:picChg chg="add del mod">
          <ac:chgData name="Grace Fratz" userId="S::gfratz23@lakers.mercyhurst.edu::0a8fcfed-d108-4f82-9daa-ae7fe4acb342" providerId="AD" clId="Web-{2B253D7D-1025-26AE-85B7-5D78E876A206}" dt="2025-04-29T09:21:38.207" v="3"/>
          <ac:picMkLst>
            <pc:docMk/>
            <pc:sldMk cId="109857222" sldId="256"/>
            <ac:picMk id="4" creationId="{035391C5-B669-6E36-D71A-B25FCFEF23AA}"/>
          </ac:picMkLst>
        </pc:picChg>
      </pc:sldChg>
      <pc:sldChg chg="modSp new mod">
        <pc:chgData name="Grace Fratz" userId="S::gfratz23@lakers.mercyhurst.edu::0a8fcfed-d108-4f82-9daa-ae7fe4acb342" providerId="AD" clId="Web-{2B253D7D-1025-26AE-85B7-5D78E876A206}" dt="2025-04-29T09:28:27.391" v="107" actId="20577"/>
        <pc:sldMkLst>
          <pc:docMk/>
          <pc:sldMk cId="1448385959" sldId="257"/>
        </pc:sldMkLst>
        <pc:spChg chg="mod">
          <ac:chgData name="Grace Fratz" userId="S::gfratz23@lakers.mercyhurst.edu::0a8fcfed-d108-4f82-9daa-ae7fe4acb342" providerId="AD" clId="Web-{2B253D7D-1025-26AE-85B7-5D78E876A206}" dt="2025-04-29T09:28:27.391" v="107" actId="20577"/>
          <ac:spMkLst>
            <pc:docMk/>
            <pc:sldMk cId="1448385959" sldId="257"/>
            <ac:spMk id="2" creationId="{5F37010D-F814-52EF-6D81-A17A082B92FF}"/>
          </ac:spMkLst>
        </pc:spChg>
        <pc:spChg chg="mod">
          <ac:chgData name="Grace Fratz" userId="S::gfratz23@lakers.mercyhurst.edu::0a8fcfed-d108-4f82-9daa-ae7fe4acb342" providerId="AD" clId="Web-{2B253D7D-1025-26AE-85B7-5D78E876A206}" dt="2025-04-29T09:27:31.559" v="87"/>
          <ac:spMkLst>
            <pc:docMk/>
            <pc:sldMk cId="1448385959" sldId="257"/>
            <ac:spMk id="3" creationId="{08E4B993-CE06-B561-3571-45B69D5AE323}"/>
          </ac:spMkLst>
        </pc:spChg>
      </pc:sldChg>
      <pc:sldChg chg="modSp add ord replId">
        <pc:chgData name="Grace Fratz" userId="S::gfratz23@lakers.mercyhurst.edu::0a8fcfed-d108-4f82-9daa-ae7fe4acb342" providerId="AD" clId="Web-{2B253D7D-1025-26AE-85B7-5D78E876A206}" dt="2025-04-29T09:28:31.235" v="109" actId="20577"/>
        <pc:sldMkLst>
          <pc:docMk/>
          <pc:sldMk cId="3475630840" sldId="258"/>
        </pc:sldMkLst>
        <pc:spChg chg="mod">
          <ac:chgData name="Grace Fratz" userId="S::gfratz23@lakers.mercyhurst.edu::0a8fcfed-d108-4f82-9daa-ae7fe4acb342" providerId="AD" clId="Web-{2B253D7D-1025-26AE-85B7-5D78E876A206}" dt="2025-04-29T09:28:31.235" v="109" actId="20577"/>
          <ac:spMkLst>
            <pc:docMk/>
            <pc:sldMk cId="3475630840" sldId="258"/>
            <ac:spMk id="2" creationId="{DF4D3DE7-23C3-1C63-22CA-AD9AC9C5352D}"/>
          </ac:spMkLst>
        </pc:spChg>
      </pc:sldChg>
      <pc:sldChg chg="modSp add replId">
        <pc:chgData name="Grace Fratz" userId="S::gfratz23@lakers.mercyhurst.edu::0a8fcfed-d108-4f82-9daa-ae7fe4acb342" providerId="AD" clId="Web-{2B253D7D-1025-26AE-85B7-5D78E876A206}" dt="2025-04-29T09:28:49.861" v="114" actId="20577"/>
        <pc:sldMkLst>
          <pc:docMk/>
          <pc:sldMk cId="956091524" sldId="259"/>
        </pc:sldMkLst>
        <pc:spChg chg="mod">
          <ac:chgData name="Grace Fratz" userId="S::gfratz23@lakers.mercyhurst.edu::0a8fcfed-d108-4f82-9daa-ae7fe4acb342" providerId="AD" clId="Web-{2B253D7D-1025-26AE-85B7-5D78E876A206}" dt="2025-04-29T09:28:49.861" v="114" actId="20577"/>
          <ac:spMkLst>
            <pc:docMk/>
            <pc:sldMk cId="956091524" sldId="259"/>
            <ac:spMk id="2" creationId="{B4D7AE11-9589-DAB8-B755-8D22C57831BF}"/>
          </ac:spMkLst>
        </pc:spChg>
      </pc:sldChg>
      <pc:sldChg chg="modSp new del">
        <pc:chgData name="Grace Fratz" userId="S::gfratz23@lakers.mercyhurst.edu::0a8fcfed-d108-4f82-9daa-ae7fe4acb342" providerId="AD" clId="Web-{2B253D7D-1025-26AE-85B7-5D78E876A206}" dt="2025-04-29T09:29:07.862" v="124"/>
        <pc:sldMkLst>
          <pc:docMk/>
          <pc:sldMk cId="504834870" sldId="260"/>
        </pc:sldMkLst>
        <pc:spChg chg="mod">
          <ac:chgData name="Grace Fratz" userId="S::gfratz23@lakers.mercyhurst.edu::0a8fcfed-d108-4f82-9daa-ae7fe4acb342" providerId="AD" clId="Web-{2B253D7D-1025-26AE-85B7-5D78E876A206}" dt="2025-04-29T09:28:59.221" v="122" actId="20577"/>
          <ac:spMkLst>
            <pc:docMk/>
            <pc:sldMk cId="504834870" sldId="260"/>
            <ac:spMk id="2" creationId="{B20D5FAB-E2B2-A970-CEB5-5B3930F292D1}"/>
          </ac:spMkLst>
        </pc:spChg>
      </pc:sldChg>
      <pc:sldChg chg="modSp add replId">
        <pc:chgData name="Grace Fratz" userId="S::gfratz23@lakers.mercyhurst.edu::0a8fcfed-d108-4f82-9daa-ae7fe4acb342" providerId="AD" clId="Web-{2B253D7D-1025-26AE-85B7-5D78E876A206}" dt="2025-04-29T09:29:11.737" v="125" actId="20577"/>
        <pc:sldMkLst>
          <pc:docMk/>
          <pc:sldMk cId="1816258794" sldId="261"/>
        </pc:sldMkLst>
        <pc:spChg chg="mod">
          <ac:chgData name="Grace Fratz" userId="S::gfratz23@lakers.mercyhurst.edu::0a8fcfed-d108-4f82-9daa-ae7fe4acb342" providerId="AD" clId="Web-{2B253D7D-1025-26AE-85B7-5D78E876A206}" dt="2025-04-29T09:29:11.737" v="125" actId="20577"/>
          <ac:spMkLst>
            <pc:docMk/>
            <pc:sldMk cId="1816258794" sldId="261"/>
            <ac:spMk id="2" creationId="{F032FA62-F3A7-2472-5908-1D0146022C82}"/>
          </ac:spMkLst>
        </pc:spChg>
      </pc:sldChg>
      <pc:sldChg chg="new del">
        <pc:chgData name="Grace Fratz" userId="S::gfratz23@lakers.mercyhurst.edu::0a8fcfed-d108-4f82-9daa-ae7fe4acb342" providerId="AD" clId="Web-{2B253D7D-1025-26AE-85B7-5D78E876A206}" dt="2025-04-29T09:29:22.691" v="128"/>
        <pc:sldMkLst>
          <pc:docMk/>
          <pc:sldMk cId="558111100" sldId="262"/>
        </pc:sldMkLst>
      </pc:sldChg>
      <pc:sldChg chg="modSp add replId">
        <pc:chgData name="Grace Fratz" userId="S::gfratz23@lakers.mercyhurst.edu::0a8fcfed-d108-4f82-9daa-ae7fe4acb342" providerId="AD" clId="Web-{2B253D7D-1025-26AE-85B7-5D78E876A206}" dt="2025-04-29T09:29:35.645" v="133" actId="20577"/>
        <pc:sldMkLst>
          <pc:docMk/>
          <pc:sldMk cId="873305179" sldId="263"/>
        </pc:sldMkLst>
        <pc:spChg chg="mod">
          <ac:chgData name="Grace Fratz" userId="S::gfratz23@lakers.mercyhurst.edu::0a8fcfed-d108-4f82-9daa-ae7fe4acb342" providerId="AD" clId="Web-{2B253D7D-1025-26AE-85B7-5D78E876A206}" dt="2025-04-29T09:29:35.645" v="133" actId="20577"/>
          <ac:spMkLst>
            <pc:docMk/>
            <pc:sldMk cId="873305179" sldId="263"/>
            <ac:spMk id="2" creationId="{C7BB66C2-AABF-F66B-09F2-DBF6B15CE4BF}"/>
          </ac:spMkLst>
        </pc:spChg>
      </pc:sldChg>
      <pc:sldChg chg="modSp add replId">
        <pc:chgData name="Grace Fratz" userId="S::gfratz23@lakers.mercyhurst.edu::0a8fcfed-d108-4f82-9daa-ae7fe4acb342" providerId="AD" clId="Web-{2B253D7D-1025-26AE-85B7-5D78E876A206}" dt="2025-04-29T09:29:50.006" v="138" actId="20577"/>
        <pc:sldMkLst>
          <pc:docMk/>
          <pc:sldMk cId="1581464385" sldId="264"/>
        </pc:sldMkLst>
        <pc:spChg chg="mod">
          <ac:chgData name="Grace Fratz" userId="S::gfratz23@lakers.mercyhurst.edu::0a8fcfed-d108-4f82-9daa-ae7fe4acb342" providerId="AD" clId="Web-{2B253D7D-1025-26AE-85B7-5D78E876A206}" dt="2025-04-29T09:29:50.006" v="138" actId="20577"/>
          <ac:spMkLst>
            <pc:docMk/>
            <pc:sldMk cId="1581464385" sldId="264"/>
            <ac:spMk id="2" creationId="{445C51A4-CAB0-14F6-4845-728AD28278DD}"/>
          </ac:spMkLst>
        </pc:spChg>
      </pc:sldChg>
      <pc:sldChg chg="modSp add replId">
        <pc:chgData name="Grace Fratz" userId="S::gfratz23@lakers.mercyhurst.edu::0a8fcfed-d108-4f82-9daa-ae7fe4acb342" providerId="AD" clId="Web-{2B253D7D-1025-26AE-85B7-5D78E876A206}" dt="2025-04-29T09:30:03.710" v="145" actId="20577"/>
        <pc:sldMkLst>
          <pc:docMk/>
          <pc:sldMk cId="235211413" sldId="265"/>
        </pc:sldMkLst>
        <pc:spChg chg="mod">
          <ac:chgData name="Grace Fratz" userId="S::gfratz23@lakers.mercyhurst.edu::0a8fcfed-d108-4f82-9daa-ae7fe4acb342" providerId="AD" clId="Web-{2B253D7D-1025-26AE-85B7-5D78E876A206}" dt="2025-04-29T09:30:03.710" v="145" actId="20577"/>
          <ac:spMkLst>
            <pc:docMk/>
            <pc:sldMk cId="235211413" sldId="265"/>
            <ac:spMk id="2" creationId="{6A22057E-F370-11EE-A368-12488D581EA2}"/>
          </ac:spMkLst>
        </pc:spChg>
      </pc:sldChg>
      <pc:sldChg chg="new del">
        <pc:chgData name="Grace Fratz" userId="S::gfratz23@lakers.mercyhurst.edu::0a8fcfed-d108-4f82-9daa-ae7fe4acb342" providerId="AD" clId="Web-{2B253D7D-1025-26AE-85B7-5D78E876A206}" dt="2025-04-29T09:30:07.866" v="147"/>
        <pc:sldMkLst>
          <pc:docMk/>
          <pc:sldMk cId="1696401980" sldId="266"/>
        </pc:sldMkLst>
      </pc:sldChg>
      <pc:sldChg chg="modSp add replId">
        <pc:chgData name="Grace Fratz" userId="S::gfratz23@lakers.mercyhurst.edu::0a8fcfed-d108-4f82-9daa-ae7fe4acb342" providerId="AD" clId="Web-{2B253D7D-1025-26AE-85B7-5D78E876A206}" dt="2025-04-29T09:30:14.914" v="155" actId="20577"/>
        <pc:sldMkLst>
          <pc:docMk/>
          <pc:sldMk cId="3803526992" sldId="266"/>
        </pc:sldMkLst>
        <pc:spChg chg="mod">
          <ac:chgData name="Grace Fratz" userId="S::gfratz23@lakers.mercyhurst.edu::0a8fcfed-d108-4f82-9daa-ae7fe4acb342" providerId="AD" clId="Web-{2B253D7D-1025-26AE-85B7-5D78E876A206}" dt="2025-04-29T09:30:14.914" v="155" actId="20577"/>
          <ac:spMkLst>
            <pc:docMk/>
            <pc:sldMk cId="3803526992" sldId="266"/>
            <ac:spMk id="2" creationId="{670AA434-FEB4-AC46-B691-89DEE4CAA262}"/>
          </ac:spMkLst>
        </pc:spChg>
      </pc:sldChg>
      <pc:sldChg chg="modSp add replId">
        <pc:chgData name="Grace Fratz" userId="S::gfratz23@lakers.mercyhurst.edu::0a8fcfed-d108-4f82-9daa-ae7fe4acb342" providerId="AD" clId="Web-{2B253D7D-1025-26AE-85B7-5D78E876A206}" dt="2025-04-29T09:30:26.414" v="159" actId="20577"/>
        <pc:sldMkLst>
          <pc:docMk/>
          <pc:sldMk cId="531886450" sldId="267"/>
        </pc:sldMkLst>
        <pc:spChg chg="mod">
          <ac:chgData name="Grace Fratz" userId="S::gfratz23@lakers.mercyhurst.edu::0a8fcfed-d108-4f82-9daa-ae7fe4acb342" providerId="AD" clId="Web-{2B253D7D-1025-26AE-85B7-5D78E876A206}" dt="2025-04-29T09:30:26.414" v="159" actId="20577"/>
          <ac:spMkLst>
            <pc:docMk/>
            <pc:sldMk cId="531886450" sldId="267"/>
            <ac:spMk id="2" creationId="{E406B1BC-BEE9-C454-AD06-723E242AF2AA}"/>
          </ac:spMkLst>
        </pc:spChg>
      </pc:sldChg>
      <pc:sldChg chg="new del">
        <pc:chgData name="Grace Fratz" userId="S::gfratz23@lakers.mercyhurst.edu::0a8fcfed-d108-4f82-9daa-ae7fe4acb342" providerId="AD" clId="Web-{2B253D7D-1025-26AE-85B7-5D78E876A206}" dt="2025-04-29T09:35:54.624" v="223"/>
        <pc:sldMkLst>
          <pc:docMk/>
          <pc:sldMk cId="3879614599" sldId="268"/>
        </pc:sldMkLst>
      </pc:sldChg>
      <pc:sldChg chg="modSp new">
        <pc:chgData name="Grace Fratz" userId="S::gfratz23@lakers.mercyhurst.edu::0a8fcfed-d108-4f82-9daa-ae7fe4acb342" providerId="AD" clId="Web-{2B253D7D-1025-26AE-85B7-5D78E876A206}" dt="2025-04-29T09:35:46.686" v="222" actId="20577"/>
        <pc:sldMkLst>
          <pc:docMk/>
          <pc:sldMk cId="3541414468" sldId="269"/>
        </pc:sldMkLst>
        <pc:spChg chg="mod">
          <ac:chgData name="Grace Fratz" userId="S::gfratz23@lakers.mercyhurst.edu::0a8fcfed-d108-4f82-9daa-ae7fe4acb342" providerId="AD" clId="Web-{2B253D7D-1025-26AE-85B7-5D78E876A206}" dt="2025-04-29T09:35:28.075" v="214" actId="20577"/>
          <ac:spMkLst>
            <pc:docMk/>
            <pc:sldMk cId="3541414468" sldId="269"/>
            <ac:spMk id="2" creationId="{76C0528A-6DBB-A049-4FC9-28B4083FA7B5}"/>
          </ac:spMkLst>
        </pc:spChg>
        <pc:spChg chg="mod">
          <ac:chgData name="Grace Fratz" userId="S::gfratz23@lakers.mercyhurst.edu::0a8fcfed-d108-4f82-9daa-ae7fe4acb342" providerId="AD" clId="Web-{2B253D7D-1025-26AE-85B7-5D78E876A206}" dt="2025-04-29T09:35:46.686" v="222" actId="20577"/>
          <ac:spMkLst>
            <pc:docMk/>
            <pc:sldMk cId="3541414468" sldId="269"/>
            <ac:spMk id="3" creationId="{B06537D0-0423-2EC0-F2A1-47D1CBFCCE31}"/>
          </ac:spMkLst>
        </pc:spChg>
      </pc:sldChg>
      <pc:sldChg chg="add replId">
        <pc:chgData name="Grace Fratz" userId="S::gfratz23@lakers.mercyhurst.edu::0a8fcfed-d108-4f82-9daa-ae7fe4acb342" providerId="AD" clId="Web-{2B253D7D-1025-26AE-85B7-5D78E876A206}" dt="2025-04-29T22:11:09.363" v="224"/>
        <pc:sldMkLst>
          <pc:docMk/>
          <pc:sldMk cId="3111367630" sldId="270"/>
        </pc:sldMkLst>
      </pc:sldChg>
      <pc:sldMasterChg chg="mod setBg modSldLayout">
        <pc:chgData name="Grace Fratz" userId="S::gfratz23@lakers.mercyhurst.edu::0a8fcfed-d108-4f82-9daa-ae7fe4acb342" providerId="AD" clId="Web-{2B253D7D-1025-26AE-85B7-5D78E876A206}" dt="2025-04-29T09:27:06.541" v="84"/>
        <pc:sldMasterMkLst>
          <pc:docMk/>
          <pc:sldMasterMk cId="2460954070" sldId="2147483660"/>
        </pc:sldMasterMkLst>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2385387890" sldId="2147483661"/>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949138452" sldId="2147483662"/>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2591524520" sldId="2147483663"/>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1203092039" sldId="2147483664"/>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3733172339" sldId="2147483665"/>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3210312558" sldId="2147483666"/>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3146388984" sldId="2147483667"/>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3171841454" sldId="2147483668"/>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1718958274" sldId="2147483669"/>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2202905451" sldId="2147483670"/>
          </pc:sldLayoutMkLst>
        </pc:sldLayoutChg>
        <pc:sldLayoutChg chg="mod">
          <pc:chgData name="Grace Fratz" userId="S::gfratz23@lakers.mercyhurst.edu::0a8fcfed-d108-4f82-9daa-ae7fe4acb342" providerId="AD" clId="Web-{2B253D7D-1025-26AE-85B7-5D78E876A206}" dt="2025-04-29T09:27:06.541" v="84"/>
          <pc:sldLayoutMkLst>
            <pc:docMk/>
            <pc:sldMasterMk cId="2460954070" sldId="2147483660"/>
            <pc:sldLayoutMk cId="3479445657" sldId="2147483671"/>
          </pc:sldLayoutMkLst>
        </pc:sldLayoutChg>
      </pc:sldMasterChg>
    </pc:docChg>
  </pc:docChgLst>
  <pc:docChgLst>
    <pc:chgData name="Grace Fratz" userId="S::gfratz23@lakers.mercyhurst.edu::0a8fcfed-d108-4f82-9daa-ae7fe4acb342" providerId="AD" clId="Web-{D4B78BFB-B8B4-D84A-D7C7-8A79B269D06B}"/>
    <pc:docChg chg="modSld">
      <pc:chgData name="Grace Fratz" userId="S::gfratz23@lakers.mercyhurst.edu::0a8fcfed-d108-4f82-9daa-ae7fe4acb342" providerId="AD" clId="Web-{D4B78BFB-B8B4-D84A-D7C7-8A79B269D06B}" dt="2025-05-05T12:40:34.309" v="9" actId="20577"/>
      <pc:docMkLst>
        <pc:docMk/>
      </pc:docMkLst>
      <pc:sldChg chg="modSp">
        <pc:chgData name="Grace Fratz" userId="S::gfratz23@lakers.mercyhurst.edu::0a8fcfed-d108-4f82-9daa-ae7fe4acb342" providerId="AD" clId="Web-{D4B78BFB-B8B4-D84A-D7C7-8A79B269D06B}" dt="2025-05-05T12:40:17.714" v="6" actId="20577"/>
        <pc:sldMkLst>
          <pc:docMk/>
          <pc:sldMk cId="1448385959" sldId="257"/>
        </pc:sldMkLst>
        <pc:spChg chg="mod">
          <ac:chgData name="Grace Fratz" userId="S::gfratz23@lakers.mercyhurst.edu::0a8fcfed-d108-4f82-9daa-ae7fe4acb342" providerId="AD" clId="Web-{D4B78BFB-B8B4-D84A-D7C7-8A79B269D06B}" dt="2025-05-05T12:40:17.714" v="6" actId="20577"/>
          <ac:spMkLst>
            <pc:docMk/>
            <pc:sldMk cId="1448385959" sldId="257"/>
            <ac:spMk id="3" creationId="{08E4B993-CE06-B561-3571-45B69D5AE323}"/>
          </ac:spMkLst>
        </pc:spChg>
      </pc:sldChg>
      <pc:sldChg chg="modSp">
        <pc:chgData name="Grace Fratz" userId="S::gfratz23@lakers.mercyhurst.edu::0a8fcfed-d108-4f82-9daa-ae7fe4acb342" providerId="AD" clId="Web-{D4B78BFB-B8B4-D84A-D7C7-8A79B269D06B}" dt="2025-05-05T12:40:08.074" v="5" actId="20577"/>
        <pc:sldMkLst>
          <pc:docMk/>
          <pc:sldMk cId="3475630840" sldId="258"/>
        </pc:sldMkLst>
        <pc:spChg chg="mod">
          <ac:chgData name="Grace Fratz" userId="S::gfratz23@lakers.mercyhurst.edu::0a8fcfed-d108-4f82-9daa-ae7fe4acb342" providerId="AD" clId="Web-{D4B78BFB-B8B4-D84A-D7C7-8A79B269D06B}" dt="2025-05-05T12:40:08.074" v="5" actId="20577"/>
          <ac:spMkLst>
            <pc:docMk/>
            <pc:sldMk cId="3475630840" sldId="258"/>
            <ac:spMk id="5" creationId="{71AFAF43-C8A3-5DB6-BC46-AACF47B8A68C}"/>
          </ac:spMkLst>
        </pc:spChg>
      </pc:sldChg>
      <pc:sldChg chg="modSp">
        <pc:chgData name="Grace Fratz" userId="S::gfratz23@lakers.mercyhurst.edu::0a8fcfed-d108-4f82-9daa-ae7fe4acb342" providerId="AD" clId="Web-{D4B78BFB-B8B4-D84A-D7C7-8A79B269D06B}" dt="2025-05-05T12:40:34.309" v="9" actId="20577"/>
        <pc:sldMkLst>
          <pc:docMk/>
          <pc:sldMk cId="956091524" sldId="259"/>
        </pc:sldMkLst>
        <pc:spChg chg="mod">
          <ac:chgData name="Grace Fratz" userId="S::gfratz23@lakers.mercyhurst.edu::0a8fcfed-d108-4f82-9daa-ae7fe4acb342" providerId="AD" clId="Web-{D4B78BFB-B8B4-D84A-D7C7-8A79B269D06B}" dt="2025-05-05T12:40:34.309" v="9" actId="20577"/>
          <ac:spMkLst>
            <pc:docMk/>
            <pc:sldMk cId="956091524" sldId="259"/>
            <ac:spMk id="3" creationId="{54EA1316-74AE-23A8-0B3A-BA6C5983FAD6}"/>
          </ac:spMkLst>
        </pc:spChg>
      </pc:sldChg>
      <pc:sldChg chg="modSp">
        <pc:chgData name="Grace Fratz" userId="S::gfratz23@lakers.mercyhurst.edu::0a8fcfed-d108-4f82-9daa-ae7fe4acb342" providerId="AD" clId="Web-{D4B78BFB-B8B4-D84A-D7C7-8A79B269D06B}" dt="2025-05-05T12:39:25.056" v="1"/>
        <pc:sldMkLst>
          <pc:docMk/>
          <pc:sldMk cId="531886450" sldId="267"/>
        </pc:sldMkLst>
        <pc:spChg chg="mod">
          <ac:chgData name="Grace Fratz" userId="S::gfratz23@lakers.mercyhurst.edu::0a8fcfed-d108-4f82-9daa-ae7fe4acb342" providerId="AD" clId="Web-{D4B78BFB-B8B4-D84A-D7C7-8A79B269D06B}" dt="2025-05-05T12:39:25.056" v="1"/>
          <ac:spMkLst>
            <pc:docMk/>
            <pc:sldMk cId="531886450" sldId="267"/>
            <ac:spMk id="3" creationId="{6821848C-C5DD-B0B0-B021-F5969D132C34}"/>
          </ac:spMkLst>
        </pc:spChg>
      </pc:sldChg>
    </pc:docChg>
  </pc:docChgLst>
  <pc:docChgLst>
    <pc:chgData name="Jack Peduzzi" userId="S::jpeduz50@lakers.mercyhurst.edu::4833ae52-1765-4002-a3c7-ef8f2dfb87fa" providerId="AD" clId="Web-{C0BD29F1-B4F6-1B91-BE22-CAB005383466}"/>
    <pc:docChg chg="modSld">
      <pc:chgData name="Jack Peduzzi" userId="S::jpeduz50@lakers.mercyhurst.edu::4833ae52-1765-4002-a3c7-ef8f2dfb87fa" providerId="AD" clId="Web-{C0BD29F1-B4F6-1B91-BE22-CAB005383466}" dt="2025-05-05T00:10:00.489" v="244" actId="20577"/>
      <pc:docMkLst>
        <pc:docMk/>
      </pc:docMkLst>
      <pc:sldChg chg="addSp delSp modSp">
        <pc:chgData name="Jack Peduzzi" userId="S::jpeduz50@lakers.mercyhurst.edu::4833ae52-1765-4002-a3c7-ef8f2dfb87fa" providerId="AD" clId="Web-{C0BD29F1-B4F6-1B91-BE22-CAB005383466}" dt="2025-05-05T00:10:00.489" v="244" actId="20577"/>
        <pc:sldMkLst>
          <pc:docMk/>
          <pc:sldMk cId="3475630840" sldId="258"/>
        </pc:sldMkLst>
        <pc:spChg chg="mod">
          <ac:chgData name="Jack Peduzzi" userId="S::jpeduz50@lakers.mercyhurst.edu::4833ae52-1765-4002-a3c7-ef8f2dfb87fa" providerId="AD" clId="Web-{C0BD29F1-B4F6-1B91-BE22-CAB005383466}" dt="2025-05-05T00:10:00.489" v="244" actId="20577"/>
          <ac:spMkLst>
            <pc:docMk/>
            <pc:sldMk cId="3475630840" sldId="258"/>
            <ac:spMk id="2" creationId="{DF4D3DE7-23C3-1C63-22CA-AD9AC9C5352D}"/>
          </ac:spMkLst>
        </pc:spChg>
        <pc:spChg chg="del mod">
          <ac:chgData name="Jack Peduzzi" userId="S::jpeduz50@lakers.mercyhurst.edu::4833ae52-1765-4002-a3c7-ef8f2dfb87fa" providerId="AD" clId="Web-{C0BD29F1-B4F6-1B91-BE22-CAB005383466}" dt="2025-05-05T00:10:00.489" v="243"/>
          <ac:spMkLst>
            <pc:docMk/>
            <pc:sldMk cId="3475630840" sldId="258"/>
            <ac:spMk id="3" creationId="{31973519-FD8F-D410-E38B-90BE6D4A5101}"/>
          </ac:spMkLst>
        </pc:spChg>
        <pc:spChg chg="add mod">
          <ac:chgData name="Jack Peduzzi" userId="S::jpeduz50@lakers.mercyhurst.edu::4833ae52-1765-4002-a3c7-ef8f2dfb87fa" providerId="AD" clId="Web-{C0BD29F1-B4F6-1B91-BE22-CAB005383466}" dt="2025-05-05T00:10:00.489" v="243"/>
          <ac:spMkLst>
            <pc:docMk/>
            <pc:sldMk cId="3475630840" sldId="258"/>
            <ac:spMk id="5" creationId="{71AFAF43-C8A3-5DB6-BC46-AACF47B8A68C}"/>
          </ac:spMkLst>
        </pc:spChg>
      </pc:sldChg>
    </pc:docChg>
  </pc:docChgLst>
  <pc:docChgLst>
    <pc:chgData name="Grace Fratz" userId="S::gfratz23@lakers.mercyhurst.edu::0a8fcfed-d108-4f82-9daa-ae7fe4acb342" providerId="AD" clId="Web-{1BF2913A-C7DA-B440-DF75-A9A75F1C3ABC}"/>
    <pc:docChg chg="addSld delSld modSld">
      <pc:chgData name="Grace Fratz" userId="S::gfratz23@lakers.mercyhurst.edu::0a8fcfed-d108-4f82-9daa-ae7fe4acb342" providerId="AD" clId="Web-{1BF2913A-C7DA-B440-DF75-A9A75F1C3ABC}" dt="2025-04-30T16:18:47.404" v="461" actId="20577"/>
      <pc:docMkLst>
        <pc:docMk/>
      </pc:docMkLst>
      <pc:sldChg chg="modSp">
        <pc:chgData name="Grace Fratz" userId="S::gfratz23@lakers.mercyhurst.edu::0a8fcfed-d108-4f82-9daa-ae7fe4acb342" providerId="AD" clId="Web-{1BF2913A-C7DA-B440-DF75-A9A75F1C3ABC}" dt="2025-04-30T16:17:54.762" v="437"/>
        <pc:sldMkLst>
          <pc:docMk/>
          <pc:sldMk cId="1448385959" sldId="257"/>
        </pc:sldMkLst>
        <pc:spChg chg="mod">
          <ac:chgData name="Grace Fratz" userId="S::gfratz23@lakers.mercyhurst.edu::0a8fcfed-d108-4f82-9daa-ae7fe4acb342" providerId="AD" clId="Web-{1BF2913A-C7DA-B440-DF75-A9A75F1C3ABC}" dt="2025-04-30T16:17:54.762" v="437"/>
          <ac:spMkLst>
            <pc:docMk/>
            <pc:sldMk cId="1448385959" sldId="257"/>
            <ac:spMk id="3" creationId="{08E4B993-CE06-B561-3571-45B69D5AE323}"/>
          </ac:spMkLst>
        </pc:spChg>
      </pc:sldChg>
      <pc:sldChg chg="modSp">
        <pc:chgData name="Grace Fratz" userId="S::gfratz23@lakers.mercyhurst.edu::0a8fcfed-d108-4f82-9daa-ae7fe4acb342" providerId="AD" clId="Web-{1BF2913A-C7DA-B440-DF75-A9A75F1C3ABC}" dt="2025-04-30T16:17:57.653" v="438"/>
        <pc:sldMkLst>
          <pc:docMk/>
          <pc:sldMk cId="3475630840" sldId="258"/>
        </pc:sldMkLst>
        <pc:spChg chg="mod">
          <ac:chgData name="Grace Fratz" userId="S::gfratz23@lakers.mercyhurst.edu::0a8fcfed-d108-4f82-9daa-ae7fe4acb342" providerId="AD" clId="Web-{1BF2913A-C7DA-B440-DF75-A9A75F1C3ABC}" dt="2025-04-30T16:17:57.653" v="438"/>
          <ac:spMkLst>
            <pc:docMk/>
            <pc:sldMk cId="3475630840" sldId="258"/>
            <ac:spMk id="3" creationId="{31973519-FD8F-D410-E38B-90BE6D4A5101}"/>
          </ac:spMkLst>
        </pc:spChg>
      </pc:sldChg>
      <pc:sldChg chg="modSp">
        <pc:chgData name="Grace Fratz" userId="S::gfratz23@lakers.mercyhurst.edu::0a8fcfed-d108-4f82-9daa-ae7fe4acb342" providerId="AD" clId="Web-{1BF2913A-C7DA-B440-DF75-A9A75F1C3ABC}" dt="2025-04-30T16:17:51.731" v="436"/>
        <pc:sldMkLst>
          <pc:docMk/>
          <pc:sldMk cId="956091524" sldId="259"/>
        </pc:sldMkLst>
        <pc:spChg chg="mod">
          <ac:chgData name="Grace Fratz" userId="S::gfratz23@lakers.mercyhurst.edu::0a8fcfed-d108-4f82-9daa-ae7fe4acb342" providerId="AD" clId="Web-{1BF2913A-C7DA-B440-DF75-A9A75F1C3ABC}" dt="2025-04-30T16:17:51.731" v="436"/>
          <ac:spMkLst>
            <pc:docMk/>
            <pc:sldMk cId="956091524" sldId="259"/>
            <ac:spMk id="3" creationId="{54EA1316-74AE-23A8-0B3A-BA6C5983FAD6}"/>
          </ac:spMkLst>
        </pc:spChg>
      </pc:sldChg>
      <pc:sldChg chg="modSp">
        <pc:chgData name="Grace Fratz" userId="S::gfratz23@lakers.mercyhurst.edu::0a8fcfed-d108-4f82-9daa-ae7fe4acb342" providerId="AD" clId="Web-{1BF2913A-C7DA-B440-DF75-A9A75F1C3ABC}" dt="2025-04-30T16:15:22.804" v="429" actId="20577"/>
        <pc:sldMkLst>
          <pc:docMk/>
          <pc:sldMk cId="1816258794" sldId="261"/>
        </pc:sldMkLst>
        <pc:spChg chg="mod">
          <ac:chgData name="Grace Fratz" userId="S::gfratz23@lakers.mercyhurst.edu::0a8fcfed-d108-4f82-9daa-ae7fe4acb342" providerId="AD" clId="Web-{1BF2913A-C7DA-B440-DF75-A9A75F1C3ABC}" dt="2025-04-30T16:15:22.804" v="429" actId="20577"/>
          <ac:spMkLst>
            <pc:docMk/>
            <pc:sldMk cId="1816258794" sldId="261"/>
            <ac:spMk id="2" creationId="{F032FA62-F3A7-2472-5908-1D0146022C82}"/>
          </ac:spMkLst>
        </pc:spChg>
        <pc:spChg chg="mod">
          <ac:chgData name="Grace Fratz" userId="S::gfratz23@lakers.mercyhurst.edu::0a8fcfed-d108-4f82-9daa-ae7fe4acb342" providerId="AD" clId="Web-{1BF2913A-C7DA-B440-DF75-A9A75F1C3ABC}" dt="2025-04-30T13:56:19.210" v="118" actId="20577"/>
          <ac:spMkLst>
            <pc:docMk/>
            <pc:sldMk cId="1816258794" sldId="261"/>
            <ac:spMk id="3" creationId="{223C762C-4C1E-0AD1-3B31-02E5126ADCA8}"/>
          </ac:spMkLst>
        </pc:spChg>
      </pc:sldChg>
      <pc:sldChg chg="del">
        <pc:chgData name="Grace Fratz" userId="S::gfratz23@lakers.mercyhurst.edu::0a8fcfed-d108-4f82-9daa-ae7fe4acb342" providerId="AD" clId="Web-{1BF2913A-C7DA-B440-DF75-A9A75F1C3ABC}" dt="2025-04-30T15:25:24.088" v="423"/>
        <pc:sldMkLst>
          <pc:docMk/>
          <pc:sldMk cId="873305179" sldId="263"/>
        </pc:sldMkLst>
      </pc:sldChg>
      <pc:sldChg chg="modSp">
        <pc:chgData name="Grace Fratz" userId="S::gfratz23@lakers.mercyhurst.edu::0a8fcfed-d108-4f82-9daa-ae7fe4acb342" providerId="AD" clId="Web-{1BF2913A-C7DA-B440-DF75-A9A75F1C3ABC}" dt="2025-04-30T16:18:18.357" v="443" actId="20577"/>
        <pc:sldMkLst>
          <pc:docMk/>
          <pc:sldMk cId="1581464385" sldId="264"/>
        </pc:sldMkLst>
        <pc:spChg chg="mod">
          <ac:chgData name="Grace Fratz" userId="S::gfratz23@lakers.mercyhurst.edu::0a8fcfed-d108-4f82-9daa-ae7fe4acb342" providerId="AD" clId="Web-{1BF2913A-C7DA-B440-DF75-A9A75F1C3ABC}" dt="2025-04-30T16:18:18.357" v="443" actId="20577"/>
          <ac:spMkLst>
            <pc:docMk/>
            <pc:sldMk cId="1581464385" sldId="264"/>
            <ac:spMk id="2" creationId="{445C51A4-CAB0-14F6-4845-728AD28278DD}"/>
          </ac:spMkLst>
        </pc:spChg>
        <pc:spChg chg="mod">
          <ac:chgData name="Grace Fratz" userId="S::gfratz23@lakers.mercyhurst.edu::0a8fcfed-d108-4f82-9daa-ae7fe4acb342" providerId="AD" clId="Web-{1BF2913A-C7DA-B440-DF75-A9A75F1C3ABC}" dt="2025-04-30T16:17:32.355" v="430"/>
          <ac:spMkLst>
            <pc:docMk/>
            <pc:sldMk cId="1581464385" sldId="264"/>
            <ac:spMk id="3" creationId="{3A07B73D-25EE-6DEB-A27B-EDB5EB60C5E3}"/>
          </ac:spMkLst>
        </pc:spChg>
      </pc:sldChg>
      <pc:sldChg chg="modSp">
        <pc:chgData name="Grace Fratz" userId="S::gfratz23@lakers.mercyhurst.edu::0a8fcfed-d108-4f82-9daa-ae7fe4acb342" providerId="AD" clId="Web-{1BF2913A-C7DA-B440-DF75-A9A75F1C3ABC}" dt="2025-04-30T16:18:47.404" v="461" actId="20577"/>
        <pc:sldMkLst>
          <pc:docMk/>
          <pc:sldMk cId="235211413" sldId="265"/>
        </pc:sldMkLst>
        <pc:spChg chg="mod">
          <ac:chgData name="Grace Fratz" userId="S::gfratz23@lakers.mercyhurst.edu::0a8fcfed-d108-4f82-9daa-ae7fe4acb342" providerId="AD" clId="Web-{1BF2913A-C7DA-B440-DF75-A9A75F1C3ABC}" dt="2025-04-30T16:18:47.404" v="461" actId="20577"/>
          <ac:spMkLst>
            <pc:docMk/>
            <pc:sldMk cId="235211413" sldId="265"/>
            <ac:spMk id="2" creationId="{6A22057E-F370-11EE-A368-12488D581EA2}"/>
          </ac:spMkLst>
        </pc:spChg>
        <pc:spChg chg="mod">
          <ac:chgData name="Grace Fratz" userId="S::gfratz23@lakers.mercyhurst.edu::0a8fcfed-d108-4f82-9daa-ae7fe4acb342" providerId="AD" clId="Web-{1BF2913A-C7DA-B440-DF75-A9A75F1C3ABC}" dt="2025-04-30T16:17:38.715" v="432" actId="1076"/>
          <ac:spMkLst>
            <pc:docMk/>
            <pc:sldMk cId="235211413" sldId="265"/>
            <ac:spMk id="3" creationId="{B087D38B-2479-E35C-2D4B-7351B44FDE53}"/>
          </ac:spMkLst>
        </pc:spChg>
      </pc:sldChg>
      <pc:sldChg chg="modSp">
        <pc:chgData name="Grace Fratz" userId="S::gfratz23@lakers.mercyhurst.edu::0a8fcfed-d108-4f82-9daa-ae7fe4acb342" providerId="AD" clId="Web-{1BF2913A-C7DA-B440-DF75-A9A75F1C3ABC}" dt="2025-04-30T16:17:40.777" v="433"/>
        <pc:sldMkLst>
          <pc:docMk/>
          <pc:sldMk cId="3803526992" sldId="266"/>
        </pc:sldMkLst>
        <pc:spChg chg="mod">
          <ac:chgData name="Grace Fratz" userId="S::gfratz23@lakers.mercyhurst.edu::0a8fcfed-d108-4f82-9daa-ae7fe4acb342" providerId="AD" clId="Web-{1BF2913A-C7DA-B440-DF75-A9A75F1C3ABC}" dt="2025-04-30T16:17:40.777" v="433"/>
          <ac:spMkLst>
            <pc:docMk/>
            <pc:sldMk cId="3803526992" sldId="266"/>
            <ac:spMk id="3" creationId="{052B5FB5-BF44-3AEA-ADCC-CB70AB29EC96}"/>
          </ac:spMkLst>
        </pc:spChg>
      </pc:sldChg>
      <pc:sldChg chg="modSp">
        <pc:chgData name="Grace Fratz" userId="S::gfratz23@lakers.mercyhurst.edu::0a8fcfed-d108-4f82-9daa-ae7fe4acb342" providerId="AD" clId="Web-{1BF2913A-C7DA-B440-DF75-A9A75F1C3ABC}" dt="2025-04-30T16:17:45.137" v="434"/>
        <pc:sldMkLst>
          <pc:docMk/>
          <pc:sldMk cId="531886450" sldId="267"/>
        </pc:sldMkLst>
        <pc:spChg chg="mod">
          <ac:chgData name="Grace Fratz" userId="S::gfratz23@lakers.mercyhurst.edu::0a8fcfed-d108-4f82-9daa-ae7fe4acb342" providerId="AD" clId="Web-{1BF2913A-C7DA-B440-DF75-A9A75F1C3ABC}" dt="2025-04-30T16:17:45.137" v="434"/>
          <ac:spMkLst>
            <pc:docMk/>
            <pc:sldMk cId="531886450" sldId="267"/>
            <ac:spMk id="3" creationId="{6821848C-C5DD-B0B0-B021-F5969D132C34}"/>
          </ac:spMkLst>
        </pc:spChg>
      </pc:sldChg>
      <pc:sldChg chg="modSp">
        <pc:chgData name="Grace Fratz" userId="S::gfratz23@lakers.mercyhurst.edu::0a8fcfed-d108-4f82-9daa-ae7fe4acb342" providerId="AD" clId="Web-{1BF2913A-C7DA-B440-DF75-A9A75F1C3ABC}" dt="2025-04-30T16:17:47.731" v="435"/>
        <pc:sldMkLst>
          <pc:docMk/>
          <pc:sldMk cId="3111367630" sldId="270"/>
        </pc:sldMkLst>
        <pc:spChg chg="mod">
          <ac:chgData name="Grace Fratz" userId="S::gfratz23@lakers.mercyhurst.edu::0a8fcfed-d108-4f82-9daa-ae7fe4acb342" providerId="AD" clId="Web-{1BF2913A-C7DA-B440-DF75-A9A75F1C3ABC}" dt="2025-04-30T16:17:47.731" v="435"/>
          <ac:spMkLst>
            <pc:docMk/>
            <pc:sldMk cId="3111367630" sldId="270"/>
            <ac:spMk id="3" creationId="{9020E8FE-B4B0-F224-5E2F-286FE1CBE91C}"/>
          </ac:spMkLst>
        </pc:spChg>
      </pc:sldChg>
      <pc:sldChg chg="addSp modSp new mod modClrScheme chgLayout">
        <pc:chgData name="Grace Fratz" userId="S::gfratz23@lakers.mercyhurst.edu::0a8fcfed-d108-4f82-9daa-ae7fe4acb342" providerId="AD" clId="Web-{1BF2913A-C7DA-B440-DF75-A9A75F1C3ABC}" dt="2025-04-30T15:03:53.803" v="361" actId="20577"/>
        <pc:sldMkLst>
          <pc:docMk/>
          <pc:sldMk cId="899219214" sldId="271"/>
        </pc:sldMkLst>
        <pc:spChg chg="mod ord">
          <ac:chgData name="Grace Fratz" userId="S::gfratz23@lakers.mercyhurst.edu::0a8fcfed-d108-4f82-9daa-ae7fe4acb342" providerId="AD" clId="Web-{1BF2913A-C7DA-B440-DF75-A9A75F1C3ABC}" dt="2025-04-30T14:09:44.129" v="232" actId="20577"/>
          <ac:spMkLst>
            <pc:docMk/>
            <pc:sldMk cId="899219214" sldId="271"/>
            <ac:spMk id="2" creationId="{38776C42-7255-DDEE-C409-C3628B4ABD4B}"/>
          </ac:spMkLst>
        </pc:spChg>
        <pc:spChg chg="mod ord">
          <ac:chgData name="Grace Fratz" userId="S::gfratz23@lakers.mercyhurst.edu::0a8fcfed-d108-4f82-9daa-ae7fe4acb342" providerId="AD" clId="Web-{1BF2913A-C7DA-B440-DF75-A9A75F1C3ABC}" dt="2025-04-30T15:03:53.803" v="361" actId="20577"/>
          <ac:spMkLst>
            <pc:docMk/>
            <pc:sldMk cId="899219214" sldId="271"/>
            <ac:spMk id="3" creationId="{EC8E51DC-4C3C-B812-74B1-F92C168AB805}"/>
          </ac:spMkLst>
        </pc:spChg>
        <pc:spChg chg="add mod ord">
          <ac:chgData name="Grace Fratz" userId="S::gfratz23@lakers.mercyhurst.edu::0a8fcfed-d108-4f82-9daa-ae7fe4acb342" providerId="AD" clId="Web-{1BF2913A-C7DA-B440-DF75-A9A75F1C3ABC}" dt="2025-04-30T14:15:29.954" v="318"/>
          <ac:spMkLst>
            <pc:docMk/>
            <pc:sldMk cId="899219214" sldId="271"/>
            <ac:spMk id="4" creationId="{F6DE62C4-191E-F028-ECFA-C499FD82939A}"/>
          </ac:spMkLst>
        </pc:spChg>
      </pc:sldChg>
      <pc:sldChg chg="addSp delSp modSp new mod modClrScheme chgLayout">
        <pc:chgData name="Grace Fratz" userId="S::gfratz23@lakers.mercyhurst.edu::0a8fcfed-d108-4f82-9daa-ae7fe4acb342" providerId="AD" clId="Web-{1BF2913A-C7DA-B440-DF75-A9A75F1C3ABC}" dt="2025-04-30T15:00:08.810" v="360" actId="1076"/>
        <pc:sldMkLst>
          <pc:docMk/>
          <pc:sldMk cId="2439863360" sldId="272"/>
        </pc:sldMkLst>
        <pc:spChg chg="mod ord">
          <ac:chgData name="Grace Fratz" userId="S::gfratz23@lakers.mercyhurst.edu::0a8fcfed-d108-4f82-9daa-ae7fe4acb342" providerId="AD" clId="Web-{1BF2913A-C7DA-B440-DF75-A9A75F1C3ABC}" dt="2025-04-30T14:15:45.642" v="319" actId="20577"/>
          <ac:spMkLst>
            <pc:docMk/>
            <pc:sldMk cId="2439863360" sldId="272"/>
            <ac:spMk id="2" creationId="{99704E4C-5F8F-6E5C-ED07-192910305114}"/>
          </ac:spMkLst>
        </pc:spChg>
        <pc:spChg chg="mod ord">
          <ac:chgData name="Grace Fratz" userId="S::gfratz23@lakers.mercyhurst.edu::0a8fcfed-d108-4f82-9daa-ae7fe4acb342" providerId="AD" clId="Web-{1BF2913A-C7DA-B440-DF75-A9A75F1C3ABC}" dt="2025-04-30T15:00:08.810" v="360" actId="1076"/>
          <ac:spMkLst>
            <pc:docMk/>
            <pc:sldMk cId="2439863360" sldId="272"/>
            <ac:spMk id="3" creationId="{ED8C0F8B-6291-B578-53E3-68FCA75E0AA0}"/>
          </ac:spMkLst>
        </pc:spChg>
        <pc:spChg chg="del">
          <ac:chgData name="Grace Fratz" userId="S::gfratz23@lakers.mercyhurst.edu::0a8fcfed-d108-4f82-9daa-ae7fe4acb342" providerId="AD" clId="Web-{1BF2913A-C7DA-B440-DF75-A9A75F1C3ABC}" dt="2025-04-30T14:10:00.317" v="234"/>
          <ac:spMkLst>
            <pc:docMk/>
            <pc:sldMk cId="2439863360" sldId="272"/>
            <ac:spMk id="4" creationId="{2B9ECDE8-2802-CDF2-EA49-7FBB55C43815}"/>
          </ac:spMkLst>
        </pc:spChg>
        <pc:picChg chg="add mod">
          <ac:chgData name="Grace Fratz" userId="S::gfratz23@lakers.mercyhurst.edu::0a8fcfed-d108-4f82-9daa-ae7fe4acb342" providerId="AD" clId="Web-{1BF2913A-C7DA-B440-DF75-A9A75F1C3ABC}" dt="2025-04-30T14:59:27.105" v="348" actId="14100"/>
          <ac:picMkLst>
            <pc:docMk/>
            <pc:sldMk cId="2439863360" sldId="272"/>
            <ac:picMk id="4" creationId="{D1E1E461-790C-874E-1EDC-4F0619E5433E}"/>
          </ac:picMkLst>
        </pc:picChg>
      </pc:sldChg>
      <pc:sldChg chg="modSp add replId">
        <pc:chgData name="Grace Fratz" userId="S::gfratz23@lakers.mercyhurst.edu::0a8fcfed-d108-4f82-9daa-ae7fe4acb342" providerId="AD" clId="Web-{1BF2913A-C7DA-B440-DF75-A9A75F1C3ABC}" dt="2025-04-30T15:25:08.572" v="422" actId="20577"/>
        <pc:sldMkLst>
          <pc:docMk/>
          <pc:sldMk cId="2224220924" sldId="273"/>
        </pc:sldMkLst>
        <pc:spChg chg="mod">
          <ac:chgData name="Grace Fratz" userId="S::gfratz23@lakers.mercyhurst.edu::0a8fcfed-d108-4f82-9daa-ae7fe4acb342" providerId="AD" clId="Web-{1BF2913A-C7DA-B440-DF75-A9A75F1C3ABC}" dt="2025-04-30T15:24:54.384" v="412" actId="20577"/>
          <ac:spMkLst>
            <pc:docMk/>
            <pc:sldMk cId="2224220924" sldId="273"/>
            <ac:spMk id="2" creationId="{D93BD9EF-E11E-D263-7948-15E2D90BAEF3}"/>
          </ac:spMkLst>
        </pc:spChg>
        <pc:spChg chg="mod">
          <ac:chgData name="Grace Fratz" userId="S::gfratz23@lakers.mercyhurst.edu::0a8fcfed-d108-4f82-9daa-ae7fe4acb342" providerId="AD" clId="Web-{1BF2913A-C7DA-B440-DF75-A9A75F1C3ABC}" dt="2025-04-30T15:25:08.572" v="422" actId="20577"/>
          <ac:spMkLst>
            <pc:docMk/>
            <pc:sldMk cId="2224220924" sldId="273"/>
            <ac:spMk id="3" creationId="{F4DD5E89-4F69-FC34-6DFE-F633D6FEE3B7}"/>
          </ac:spMkLst>
        </pc:spChg>
      </pc:sldChg>
      <pc:sldChg chg="new del">
        <pc:chgData name="Grace Fratz" userId="S::gfratz23@lakers.mercyhurst.edu::0a8fcfed-d108-4f82-9daa-ae7fe4acb342" providerId="AD" clId="Web-{1BF2913A-C7DA-B440-DF75-A9A75F1C3ABC}" dt="2025-04-30T14:10:17.537" v="241"/>
        <pc:sldMkLst>
          <pc:docMk/>
          <pc:sldMk cId="4150289532" sldId="273"/>
        </pc:sldMkLst>
      </pc:sldChg>
    </pc:docChg>
  </pc:docChgLst>
  <pc:docChgLst>
    <pc:chgData name="Grace Fratz" userId="S::gfratz23@lakers.mercyhurst.edu::0a8fcfed-d108-4f82-9daa-ae7fe4acb342" providerId="AD" clId="Web-{453A3048-B3FD-42BA-FAAC-C8EB73AAC4A5}"/>
    <pc:docChg chg="modSld">
      <pc:chgData name="Grace Fratz" userId="S::gfratz23@lakers.mercyhurst.edu::0a8fcfed-d108-4f82-9daa-ae7fe4acb342" providerId="AD" clId="Web-{453A3048-B3FD-42BA-FAAC-C8EB73AAC4A5}" dt="2025-05-02T17:18:48.558" v="450" actId="1076"/>
      <pc:docMkLst>
        <pc:docMk/>
      </pc:docMkLst>
      <pc:sldChg chg="addSp delSp modSp mod setBg">
        <pc:chgData name="Grace Fratz" userId="S::gfratz23@lakers.mercyhurst.edu::0a8fcfed-d108-4f82-9daa-ae7fe4acb342" providerId="AD" clId="Web-{453A3048-B3FD-42BA-FAAC-C8EB73AAC4A5}" dt="2025-05-02T17:18:48.558" v="450" actId="1076"/>
        <pc:sldMkLst>
          <pc:docMk/>
          <pc:sldMk cId="235211413" sldId="265"/>
        </pc:sldMkLst>
        <pc:spChg chg="mod">
          <ac:chgData name="Grace Fratz" userId="S::gfratz23@lakers.mercyhurst.edu::0a8fcfed-d108-4f82-9daa-ae7fe4acb342" providerId="AD" clId="Web-{453A3048-B3FD-42BA-FAAC-C8EB73AAC4A5}" dt="2025-05-02T17:15:51.047" v="418"/>
          <ac:spMkLst>
            <pc:docMk/>
            <pc:sldMk cId="235211413" sldId="265"/>
            <ac:spMk id="2" creationId="{6A22057E-F370-11EE-A368-12488D581EA2}"/>
          </ac:spMkLst>
        </pc:spChg>
        <pc:spChg chg="mod ord">
          <ac:chgData name="Grace Fratz" userId="S::gfratz23@lakers.mercyhurst.edu::0a8fcfed-d108-4f82-9daa-ae7fe4acb342" providerId="AD" clId="Web-{453A3048-B3FD-42BA-FAAC-C8EB73AAC4A5}" dt="2025-05-02T17:15:57.438" v="419" actId="14100"/>
          <ac:spMkLst>
            <pc:docMk/>
            <pc:sldMk cId="235211413" sldId="265"/>
            <ac:spMk id="3" creationId="{B087D38B-2479-E35C-2D4B-7351B44FDE53}"/>
          </ac:spMkLst>
        </pc:spChg>
        <pc:spChg chg="add del">
          <ac:chgData name="Grace Fratz" userId="S::gfratz23@lakers.mercyhurst.edu::0a8fcfed-d108-4f82-9daa-ae7fe4acb342" providerId="AD" clId="Web-{453A3048-B3FD-42BA-FAAC-C8EB73AAC4A5}" dt="2025-05-02T17:15:51.047" v="418"/>
          <ac:spMkLst>
            <pc:docMk/>
            <pc:sldMk cId="235211413" sldId="265"/>
            <ac:spMk id="9" creationId="{85F55C16-BC21-49EF-A4FF-C3155BB93BD3}"/>
          </ac:spMkLst>
        </pc:spChg>
        <pc:spChg chg="add del">
          <ac:chgData name="Grace Fratz" userId="S::gfratz23@lakers.mercyhurst.edu::0a8fcfed-d108-4f82-9daa-ae7fe4acb342" providerId="AD" clId="Web-{453A3048-B3FD-42BA-FAAC-C8EB73AAC4A5}" dt="2025-05-02T17:15:51.047" v="418"/>
          <ac:spMkLst>
            <pc:docMk/>
            <pc:sldMk cId="235211413" sldId="265"/>
            <ac:spMk id="11" creationId="{0C5F069E-AFE6-4825-8945-46F2918A5019}"/>
          </ac:spMkLst>
        </pc:spChg>
        <pc:picChg chg="add del mod">
          <ac:chgData name="Grace Fratz" userId="S::gfratz23@lakers.mercyhurst.edu::0a8fcfed-d108-4f82-9daa-ae7fe4acb342" providerId="AD" clId="Web-{453A3048-B3FD-42BA-FAAC-C8EB73AAC4A5}" dt="2025-05-02T17:18:10.509" v="440"/>
          <ac:picMkLst>
            <pc:docMk/>
            <pc:sldMk cId="235211413" sldId="265"/>
            <ac:picMk id="4" creationId="{69B4308B-D3AB-A53A-7690-53DE2D7AC0D8}"/>
          </ac:picMkLst>
        </pc:picChg>
        <pc:picChg chg="add del mod">
          <ac:chgData name="Grace Fratz" userId="S::gfratz23@lakers.mercyhurst.edu::0a8fcfed-d108-4f82-9daa-ae7fe4acb342" providerId="AD" clId="Web-{453A3048-B3FD-42BA-FAAC-C8EB73AAC4A5}" dt="2025-05-02T17:17:05.708" v="429"/>
          <ac:picMkLst>
            <pc:docMk/>
            <pc:sldMk cId="235211413" sldId="265"/>
            <ac:picMk id="5" creationId="{249ADC30-A1EA-CC0F-15E1-F91A3F256E71}"/>
          </ac:picMkLst>
        </pc:picChg>
        <pc:picChg chg="add del mod">
          <ac:chgData name="Grace Fratz" userId="S::gfratz23@lakers.mercyhurst.edu::0a8fcfed-d108-4f82-9daa-ae7fe4acb342" providerId="AD" clId="Web-{453A3048-B3FD-42BA-FAAC-C8EB73AAC4A5}" dt="2025-05-02T17:18:13.525" v="442"/>
          <ac:picMkLst>
            <pc:docMk/>
            <pc:sldMk cId="235211413" sldId="265"/>
            <ac:picMk id="6" creationId="{0523E2CC-B386-4907-C5A8-F60E63764F74}"/>
          </ac:picMkLst>
        </pc:picChg>
        <pc:picChg chg="add mod">
          <ac:chgData name="Grace Fratz" userId="S::gfratz23@lakers.mercyhurst.edu::0a8fcfed-d108-4f82-9daa-ae7fe4acb342" providerId="AD" clId="Web-{453A3048-B3FD-42BA-FAAC-C8EB73AAC4A5}" dt="2025-05-02T17:18:48.558" v="450" actId="1076"/>
          <ac:picMkLst>
            <pc:docMk/>
            <pc:sldMk cId="235211413" sldId="265"/>
            <ac:picMk id="7" creationId="{F5CB8DA9-A6CB-F80B-80FF-D64BAF044E87}"/>
          </ac:picMkLst>
        </pc:picChg>
      </pc:sldChg>
      <pc:sldChg chg="modSp">
        <pc:chgData name="Grace Fratz" userId="S::gfratz23@lakers.mercyhurst.edu::0a8fcfed-d108-4f82-9daa-ae7fe4acb342" providerId="AD" clId="Web-{453A3048-B3FD-42BA-FAAC-C8EB73AAC4A5}" dt="2025-05-02T15:52:56.665" v="40" actId="20577"/>
        <pc:sldMkLst>
          <pc:docMk/>
          <pc:sldMk cId="3641489639" sldId="275"/>
        </pc:sldMkLst>
        <pc:spChg chg="mod">
          <ac:chgData name="Grace Fratz" userId="S::gfratz23@lakers.mercyhurst.edu::0a8fcfed-d108-4f82-9daa-ae7fe4acb342" providerId="AD" clId="Web-{453A3048-B3FD-42BA-FAAC-C8EB73AAC4A5}" dt="2025-05-02T15:52:04.428" v="16"/>
          <ac:spMkLst>
            <pc:docMk/>
            <pc:sldMk cId="3641489639" sldId="275"/>
            <ac:spMk id="3" creationId="{1771DB3D-CADB-9ADA-08E0-23CB35716E85}"/>
          </ac:spMkLst>
        </pc:spChg>
        <pc:spChg chg="mod">
          <ac:chgData name="Grace Fratz" userId="S::gfratz23@lakers.mercyhurst.edu::0a8fcfed-d108-4f82-9daa-ae7fe4acb342" providerId="AD" clId="Web-{453A3048-B3FD-42BA-FAAC-C8EB73AAC4A5}" dt="2025-05-02T15:52:56.665" v="40" actId="20577"/>
          <ac:spMkLst>
            <pc:docMk/>
            <pc:sldMk cId="3641489639" sldId="275"/>
            <ac:spMk id="4" creationId="{10BC1EAC-1407-C448-E769-4A88DE1B02B7}"/>
          </ac:spMkLst>
        </pc:spChg>
      </pc:sldChg>
      <pc:sldChg chg="addSp delSp modSp mod modClrScheme chgLayout">
        <pc:chgData name="Grace Fratz" userId="S::gfratz23@lakers.mercyhurst.edu::0a8fcfed-d108-4f82-9daa-ae7fe4acb342" providerId="AD" clId="Web-{453A3048-B3FD-42BA-FAAC-C8EB73AAC4A5}" dt="2025-05-02T16:25:38.875" v="370"/>
        <pc:sldMkLst>
          <pc:docMk/>
          <pc:sldMk cId="1679115785" sldId="276"/>
        </pc:sldMkLst>
        <pc:spChg chg="mod ord">
          <ac:chgData name="Grace Fratz" userId="S::gfratz23@lakers.mercyhurst.edu::0a8fcfed-d108-4f82-9daa-ae7fe4acb342" providerId="AD" clId="Web-{453A3048-B3FD-42BA-FAAC-C8EB73AAC4A5}" dt="2025-05-02T16:15:34.605" v="66"/>
          <ac:spMkLst>
            <pc:docMk/>
            <pc:sldMk cId="1679115785" sldId="276"/>
            <ac:spMk id="2" creationId="{2EAD0F04-D88E-461F-C2F3-1CB519F0DD34}"/>
          </ac:spMkLst>
        </pc:spChg>
        <pc:spChg chg="mod ord">
          <ac:chgData name="Grace Fratz" userId="S::gfratz23@lakers.mercyhurst.edu::0a8fcfed-d108-4f82-9daa-ae7fe4acb342" providerId="AD" clId="Web-{453A3048-B3FD-42BA-FAAC-C8EB73AAC4A5}" dt="2025-05-02T16:25:38.875" v="370"/>
          <ac:spMkLst>
            <pc:docMk/>
            <pc:sldMk cId="1679115785" sldId="276"/>
            <ac:spMk id="3" creationId="{F04E6DB3-E8F5-DFEC-1DD4-268E587805D3}"/>
          </ac:spMkLst>
        </pc:spChg>
        <pc:spChg chg="add del mod ord">
          <ac:chgData name="Grace Fratz" userId="S::gfratz23@lakers.mercyhurst.edu::0a8fcfed-d108-4f82-9daa-ae7fe4acb342" providerId="AD" clId="Web-{453A3048-B3FD-42BA-FAAC-C8EB73AAC4A5}" dt="2025-05-02T16:15:49.135" v="68"/>
          <ac:spMkLst>
            <pc:docMk/>
            <pc:sldMk cId="1679115785" sldId="276"/>
            <ac:spMk id="4" creationId="{5D7A8569-AFF5-3FE0-88A4-5D0B98A4B38C}"/>
          </ac:spMkLst>
        </pc:spChg>
      </pc:sldChg>
      <pc:sldChg chg="modSp">
        <pc:chgData name="Grace Fratz" userId="S::gfratz23@lakers.mercyhurst.edu::0a8fcfed-d108-4f82-9daa-ae7fe4acb342" providerId="AD" clId="Web-{453A3048-B3FD-42BA-FAAC-C8EB73AAC4A5}" dt="2025-05-02T17:12:16.494" v="393" actId="20577"/>
        <pc:sldMkLst>
          <pc:docMk/>
          <pc:sldMk cId="2496962551" sldId="277"/>
        </pc:sldMkLst>
        <pc:spChg chg="mod">
          <ac:chgData name="Grace Fratz" userId="S::gfratz23@lakers.mercyhurst.edu::0a8fcfed-d108-4f82-9daa-ae7fe4acb342" providerId="AD" clId="Web-{453A3048-B3FD-42BA-FAAC-C8EB73AAC4A5}" dt="2025-05-02T17:12:16.494" v="393" actId="20577"/>
          <ac:spMkLst>
            <pc:docMk/>
            <pc:sldMk cId="2496962551" sldId="277"/>
            <ac:spMk id="3" creationId="{FC5DB0CA-3C9A-F1F3-973B-AA56E6D64C35}"/>
          </ac:spMkLst>
        </pc:spChg>
      </pc:sldChg>
    </pc:docChg>
  </pc:docChgLst>
  <pc:docChgLst>
    <pc:chgData name="Jack Peduzzi" userId="S::jpeduz50@lakers.mercyhurst.edu::4833ae52-1765-4002-a3c7-ef8f2dfb87fa" providerId="AD" clId="Web-{6FDB6C36-66EC-CF1F-66CE-35042FD2E593}"/>
    <pc:docChg chg="delSld modSld">
      <pc:chgData name="Jack Peduzzi" userId="S::jpeduz50@lakers.mercyhurst.edu::4833ae52-1765-4002-a3c7-ef8f2dfb87fa" providerId="AD" clId="Web-{6FDB6C36-66EC-CF1F-66CE-35042FD2E593}" dt="2025-05-05T00:32:45.377" v="716"/>
      <pc:docMkLst>
        <pc:docMk/>
      </pc:docMkLst>
      <pc:sldChg chg="modSp">
        <pc:chgData name="Jack Peduzzi" userId="S::jpeduz50@lakers.mercyhurst.edu::4833ae52-1765-4002-a3c7-ef8f2dfb87fa" providerId="AD" clId="Web-{6FDB6C36-66EC-CF1F-66CE-35042FD2E593}" dt="2025-05-05T00:18:31.239" v="477" actId="20577"/>
        <pc:sldMkLst>
          <pc:docMk/>
          <pc:sldMk cId="1448385959" sldId="257"/>
        </pc:sldMkLst>
        <pc:spChg chg="mod">
          <ac:chgData name="Jack Peduzzi" userId="S::jpeduz50@lakers.mercyhurst.edu::4833ae52-1765-4002-a3c7-ef8f2dfb87fa" providerId="AD" clId="Web-{6FDB6C36-66EC-CF1F-66CE-35042FD2E593}" dt="2025-05-05T00:18:31.239" v="477" actId="20577"/>
          <ac:spMkLst>
            <pc:docMk/>
            <pc:sldMk cId="1448385959" sldId="257"/>
            <ac:spMk id="3" creationId="{08E4B993-CE06-B561-3571-45B69D5AE323}"/>
          </ac:spMkLst>
        </pc:spChg>
      </pc:sldChg>
      <pc:sldChg chg="modSp">
        <pc:chgData name="Jack Peduzzi" userId="S::jpeduz50@lakers.mercyhurst.edu::4833ae52-1765-4002-a3c7-ef8f2dfb87fa" providerId="AD" clId="Web-{6FDB6C36-66EC-CF1F-66CE-35042FD2E593}" dt="2025-05-05T00:13:13.635" v="167" actId="20577"/>
        <pc:sldMkLst>
          <pc:docMk/>
          <pc:sldMk cId="3475630840" sldId="258"/>
        </pc:sldMkLst>
        <pc:spChg chg="mod">
          <ac:chgData name="Jack Peduzzi" userId="S::jpeduz50@lakers.mercyhurst.edu::4833ae52-1765-4002-a3c7-ef8f2dfb87fa" providerId="AD" clId="Web-{6FDB6C36-66EC-CF1F-66CE-35042FD2E593}" dt="2025-05-05T00:10:30.286" v="2" actId="20577"/>
          <ac:spMkLst>
            <pc:docMk/>
            <pc:sldMk cId="3475630840" sldId="258"/>
            <ac:spMk id="2" creationId="{DF4D3DE7-23C3-1C63-22CA-AD9AC9C5352D}"/>
          </ac:spMkLst>
        </pc:spChg>
        <pc:spChg chg="mod">
          <ac:chgData name="Jack Peduzzi" userId="S::jpeduz50@lakers.mercyhurst.edu::4833ae52-1765-4002-a3c7-ef8f2dfb87fa" providerId="AD" clId="Web-{6FDB6C36-66EC-CF1F-66CE-35042FD2E593}" dt="2025-05-05T00:13:13.635" v="167" actId="20577"/>
          <ac:spMkLst>
            <pc:docMk/>
            <pc:sldMk cId="3475630840" sldId="258"/>
            <ac:spMk id="5" creationId="{71AFAF43-C8A3-5DB6-BC46-AACF47B8A68C}"/>
          </ac:spMkLst>
        </pc:spChg>
      </pc:sldChg>
      <pc:sldChg chg="modSp">
        <pc:chgData name="Jack Peduzzi" userId="S::jpeduz50@lakers.mercyhurst.edu::4833ae52-1765-4002-a3c7-ef8f2dfb87fa" providerId="AD" clId="Web-{6FDB6C36-66EC-CF1F-66CE-35042FD2E593}" dt="2025-05-05T00:20:14.149" v="640" actId="20577"/>
        <pc:sldMkLst>
          <pc:docMk/>
          <pc:sldMk cId="956091524" sldId="259"/>
        </pc:sldMkLst>
        <pc:spChg chg="mod">
          <ac:chgData name="Jack Peduzzi" userId="S::jpeduz50@lakers.mercyhurst.edu::4833ae52-1765-4002-a3c7-ef8f2dfb87fa" providerId="AD" clId="Web-{6FDB6C36-66EC-CF1F-66CE-35042FD2E593}" dt="2025-05-05T00:20:14.149" v="640" actId="20577"/>
          <ac:spMkLst>
            <pc:docMk/>
            <pc:sldMk cId="956091524" sldId="259"/>
            <ac:spMk id="3" creationId="{54EA1316-74AE-23A8-0B3A-BA6C5983FAD6}"/>
          </ac:spMkLst>
        </pc:spChg>
      </pc:sldChg>
      <pc:sldChg chg="modSp">
        <pc:chgData name="Jack Peduzzi" userId="S::jpeduz50@lakers.mercyhurst.edu::4833ae52-1765-4002-a3c7-ef8f2dfb87fa" providerId="AD" clId="Web-{6FDB6C36-66EC-CF1F-66CE-35042FD2E593}" dt="2025-05-05T00:26:25.363" v="715" actId="20577"/>
        <pc:sldMkLst>
          <pc:docMk/>
          <pc:sldMk cId="531886450" sldId="267"/>
        </pc:sldMkLst>
        <pc:spChg chg="mod">
          <ac:chgData name="Jack Peduzzi" userId="S::jpeduz50@lakers.mercyhurst.edu::4833ae52-1765-4002-a3c7-ef8f2dfb87fa" providerId="AD" clId="Web-{6FDB6C36-66EC-CF1F-66CE-35042FD2E593}" dt="2025-05-05T00:26:25.363" v="715" actId="20577"/>
          <ac:spMkLst>
            <pc:docMk/>
            <pc:sldMk cId="531886450" sldId="267"/>
            <ac:spMk id="3" creationId="{6821848C-C5DD-B0B0-B021-F5969D132C34}"/>
          </ac:spMkLst>
        </pc:spChg>
      </pc:sldChg>
      <pc:sldChg chg="del">
        <pc:chgData name="Jack Peduzzi" userId="S::jpeduz50@lakers.mercyhurst.edu::4833ae52-1765-4002-a3c7-ef8f2dfb87fa" providerId="AD" clId="Web-{6FDB6C36-66EC-CF1F-66CE-35042FD2E593}" dt="2025-05-05T00:32:45.377" v="716"/>
        <pc:sldMkLst>
          <pc:docMk/>
          <pc:sldMk cId="3111367630" sldId="270"/>
        </pc:sldMkLst>
      </pc:sldChg>
    </pc:docChg>
  </pc:docChgLst>
  <pc:docChgLst>
    <pc:chgData name="Grace Fratz" userId="S::gfratz23@lakers.mercyhurst.edu::0a8fcfed-d108-4f82-9daa-ae7fe4acb342" providerId="AD" clId="Web-{F586D05F-2C1C-51C1-D1B4-794849E11178}"/>
    <pc:docChg chg="addSld delSld modSld sldOrd">
      <pc:chgData name="Grace Fratz" userId="S::gfratz23@lakers.mercyhurst.edu::0a8fcfed-d108-4f82-9daa-ae7fe4acb342" providerId="AD" clId="Web-{F586D05F-2C1C-51C1-D1B4-794849E11178}" dt="2025-05-02T15:51:05.813" v="600" actId="20577"/>
      <pc:docMkLst>
        <pc:docMk/>
      </pc:docMkLst>
      <pc:sldChg chg="modSp del">
        <pc:chgData name="Grace Fratz" userId="S::gfratz23@lakers.mercyhurst.edu::0a8fcfed-d108-4f82-9daa-ae7fe4acb342" providerId="AD" clId="Web-{F586D05F-2C1C-51C1-D1B4-794849E11178}" dt="2025-05-02T14:59:17.016" v="60"/>
        <pc:sldMkLst>
          <pc:docMk/>
          <pc:sldMk cId="1581464385" sldId="264"/>
        </pc:sldMkLst>
        <pc:spChg chg="mod">
          <ac:chgData name="Grace Fratz" userId="S::gfratz23@lakers.mercyhurst.edu::0a8fcfed-d108-4f82-9daa-ae7fe4acb342" providerId="AD" clId="Web-{F586D05F-2C1C-51C1-D1B4-794849E11178}" dt="2025-05-02T14:56:29.823" v="15" actId="20577"/>
          <ac:spMkLst>
            <pc:docMk/>
            <pc:sldMk cId="1581464385" sldId="264"/>
            <ac:spMk id="3" creationId="{3A07B73D-25EE-6DEB-A27B-EDB5EB60C5E3}"/>
          </ac:spMkLst>
        </pc:spChg>
      </pc:sldChg>
      <pc:sldChg chg="modSp">
        <pc:chgData name="Grace Fratz" userId="S::gfratz23@lakers.mercyhurst.edu::0a8fcfed-d108-4f82-9daa-ae7fe4acb342" providerId="AD" clId="Web-{F586D05F-2C1C-51C1-D1B4-794849E11178}" dt="2025-05-02T14:58:18.092" v="37" actId="20577"/>
        <pc:sldMkLst>
          <pc:docMk/>
          <pc:sldMk cId="899219214" sldId="271"/>
        </pc:sldMkLst>
        <pc:spChg chg="mod">
          <ac:chgData name="Grace Fratz" userId="S::gfratz23@lakers.mercyhurst.edu::0a8fcfed-d108-4f82-9daa-ae7fe4acb342" providerId="AD" clId="Web-{F586D05F-2C1C-51C1-D1B4-794849E11178}" dt="2025-05-02T14:57:42.591" v="30" actId="20577"/>
          <ac:spMkLst>
            <pc:docMk/>
            <pc:sldMk cId="899219214" sldId="271"/>
            <ac:spMk id="2" creationId="{38776C42-7255-DDEE-C409-C3628B4ABD4B}"/>
          </ac:spMkLst>
        </pc:spChg>
        <pc:spChg chg="mod">
          <ac:chgData name="Grace Fratz" userId="S::gfratz23@lakers.mercyhurst.edu::0a8fcfed-d108-4f82-9daa-ae7fe4acb342" providerId="AD" clId="Web-{F586D05F-2C1C-51C1-D1B4-794849E11178}" dt="2025-05-02T14:58:10.905" v="35" actId="20577"/>
          <ac:spMkLst>
            <pc:docMk/>
            <pc:sldMk cId="899219214" sldId="271"/>
            <ac:spMk id="3" creationId="{EC8E51DC-4C3C-B812-74B1-F92C168AB805}"/>
          </ac:spMkLst>
        </pc:spChg>
        <pc:spChg chg="mod">
          <ac:chgData name="Grace Fratz" userId="S::gfratz23@lakers.mercyhurst.edu::0a8fcfed-d108-4f82-9daa-ae7fe4acb342" providerId="AD" clId="Web-{F586D05F-2C1C-51C1-D1B4-794849E11178}" dt="2025-05-02T14:58:18.092" v="37" actId="20577"/>
          <ac:spMkLst>
            <pc:docMk/>
            <pc:sldMk cId="899219214" sldId="271"/>
            <ac:spMk id="4" creationId="{F6DE62C4-191E-F028-ECFA-C499FD82939A}"/>
          </ac:spMkLst>
        </pc:spChg>
      </pc:sldChg>
      <pc:sldChg chg="modSp">
        <pc:chgData name="Grace Fratz" userId="S::gfratz23@lakers.mercyhurst.edu::0a8fcfed-d108-4f82-9daa-ae7fe4acb342" providerId="AD" clId="Web-{F586D05F-2C1C-51C1-D1B4-794849E11178}" dt="2025-05-02T15:43:39.126" v="254" actId="20577"/>
        <pc:sldMkLst>
          <pc:docMk/>
          <pc:sldMk cId="2439863360" sldId="272"/>
        </pc:sldMkLst>
        <pc:spChg chg="mod">
          <ac:chgData name="Grace Fratz" userId="S::gfratz23@lakers.mercyhurst.edu::0a8fcfed-d108-4f82-9daa-ae7fe4acb342" providerId="AD" clId="Web-{F586D05F-2C1C-51C1-D1B4-794849E11178}" dt="2025-05-02T15:43:39.126" v="254" actId="20577"/>
          <ac:spMkLst>
            <pc:docMk/>
            <pc:sldMk cId="2439863360" sldId="272"/>
            <ac:spMk id="3" creationId="{ED8C0F8B-6291-B578-53E3-68FCA75E0AA0}"/>
          </ac:spMkLst>
        </pc:spChg>
      </pc:sldChg>
      <pc:sldChg chg="modSp">
        <pc:chgData name="Grace Fratz" userId="S::gfratz23@lakers.mercyhurst.edu::0a8fcfed-d108-4f82-9daa-ae7fe4acb342" providerId="AD" clId="Web-{F586D05F-2C1C-51C1-D1B4-794849E11178}" dt="2025-05-02T15:43:43.626" v="258" actId="20577"/>
        <pc:sldMkLst>
          <pc:docMk/>
          <pc:sldMk cId="2224220924" sldId="273"/>
        </pc:sldMkLst>
        <pc:spChg chg="mod">
          <ac:chgData name="Grace Fratz" userId="S::gfratz23@lakers.mercyhurst.edu::0a8fcfed-d108-4f82-9daa-ae7fe4acb342" providerId="AD" clId="Web-{F586D05F-2C1C-51C1-D1B4-794849E11178}" dt="2025-05-02T15:43:43.626" v="258" actId="20577"/>
          <ac:spMkLst>
            <pc:docMk/>
            <pc:sldMk cId="2224220924" sldId="273"/>
            <ac:spMk id="3" creationId="{F4DD5E89-4F69-FC34-6DFE-F633D6FEE3B7}"/>
          </ac:spMkLst>
        </pc:spChg>
      </pc:sldChg>
      <pc:sldChg chg="modSp add ord replId">
        <pc:chgData name="Grace Fratz" userId="S::gfratz23@lakers.mercyhurst.edu::0a8fcfed-d108-4f82-9daa-ae7fe4acb342" providerId="AD" clId="Web-{F586D05F-2C1C-51C1-D1B4-794849E11178}" dt="2025-05-02T15:02:02.616" v="109" actId="20577"/>
        <pc:sldMkLst>
          <pc:docMk/>
          <pc:sldMk cId="1063491796" sldId="274"/>
        </pc:sldMkLst>
        <pc:spChg chg="mod">
          <ac:chgData name="Grace Fratz" userId="S::gfratz23@lakers.mercyhurst.edu::0a8fcfed-d108-4f82-9daa-ae7fe4acb342" providerId="AD" clId="Web-{F586D05F-2C1C-51C1-D1B4-794849E11178}" dt="2025-05-02T14:56:42.964" v="19" actId="20577"/>
          <ac:spMkLst>
            <pc:docMk/>
            <pc:sldMk cId="1063491796" sldId="274"/>
            <ac:spMk id="2" creationId="{5BDC58F8-074F-5688-9A5F-B31FBEA552A6}"/>
          </ac:spMkLst>
        </pc:spChg>
        <pc:spChg chg="mod">
          <ac:chgData name="Grace Fratz" userId="S::gfratz23@lakers.mercyhurst.edu::0a8fcfed-d108-4f82-9daa-ae7fe4acb342" providerId="AD" clId="Web-{F586D05F-2C1C-51C1-D1B4-794849E11178}" dt="2025-05-02T15:02:02.616" v="109" actId="20577"/>
          <ac:spMkLst>
            <pc:docMk/>
            <pc:sldMk cId="1063491796" sldId="274"/>
            <ac:spMk id="3" creationId="{8AE58E5A-2F99-CA3B-B8E6-A456A4BC4CED}"/>
          </ac:spMkLst>
        </pc:spChg>
      </pc:sldChg>
      <pc:sldChg chg="addSp modSp new mod modClrScheme chgLayout">
        <pc:chgData name="Grace Fratz" userId="S::gfratz23@lakers.mercyhurst.edu::0a8fcfed-d108-4f82-9daa-ae7fe4acb342" providerId="AD" clId="Web-{F586D05F-2C1C-51C1-D1B4-794849E11178}" dt="2025-05-02T15:51:05.813" v="600" actId="20577"/>
        <pc:sldMkLst>
          <pc:docMk/>
          <pc:sldMk cId="3641489639" sldId="275"/>
        </pc:sldMkLst>
        <pc:spChg chg="mod ord">
          <ac:chgData name="Grace Fratz" userId="S::gfratz23@lakers.mercyhurst.edu::0a8fcfed-d108-4f82-9daa-ae7fe4acb342" providerId="AD" clId="Web-{F586D05F-2C1C-51C1-D1B4-794849E11178}" dt="2025-05-02T15:44:04.736" v="259"/>
          <ac:spMkLst>
            <pc:docMk/>
            <pc:sldMk cId="3641489639" sldId="275"/>
            <ac:spMk id="2" creationId="{B051D724-C515-C6C2-A59E-6A9CE48A9E2A}"/>
          </ac:spMkLst>
        </pc:spChg>
        <pc:spChg chg="mod ord">
          <ac:chgData name="Grace Fratz" userId="S::gfratz23@lakers.mercyhurst.edu::0a8fcfed-d108-4f82-9daa-ae7fe4acb342" providerId="AD" clId="Web-{F586D05F-2C1C-51C1-D1B4-794849E11178}" dt="2025-05-02T15:44:37.503" v="296" actId="20577"/>
          <ac:spMkLst>
            <pc:docMk/>
            <pc:sldMk cId="3641489639" sldId="275"/>
            <ac:spMk id="3" creationId="{1771DB3D-CADB-9ADA-08E0-23CB35716E85}"/>
          </ac:spMkLst>
        </pc:spChg>
        <pc:spChg chg="add mod ord">
          <ac:chgData name="Grace Fratz" userId="S::gfratz23@lakers.mercyhurst.edu::0a8fcfed-d108-4f82-9daa-ae7fe4acb342" providerId="AD" clId="Web-{F586D05F-2C1C-51C1-D1B4-794849E11178}" dt="2025-05-02T15:51:05.813" v="600" actId="20577"/>
          <ac:spMkLst>
            <pc:docMk/>
            <pc:sldMk cId="3641489639" sldId="275"/>
            <ac:spMk id="4" creationId="{10BC1EAC-1407-C448-E769-4A88DE1B02B7}"/>
          </ac:spMkLst>
        </pc:spChg>
      </pc:sldChg>
      <pc:sldChg chg="modSp new">
        <pc:chgData name="Grace Fratz" userId="S::gfratz23@lakers.mercyhurst.edu::0a8fcfed-d108-4f82-9daa-ae7fe4acb342" providerId="AD" clId="Web-{F586D05F-2C1C-51C1-D1B4-794849E11178}" dt="2025-05-02T15:03:52.557" v="174" actId="20577"/>
        <pc:sldMkLst>
          <pc:docMk/>
          <pc:sldMk cId="1679115785" sldId="276"/>
        </pc:sldMkLst>
        <pc:spChg chg="mod">
          <ac:chgData name="Grace Fratz" userId="S::gfratz23@lakers.mercyhurst.edu::0a8fcfed-d108-4f82-9daa-ae7fe4acb342" providerId="AD" clId="Web-{F586D05F-2C1C-51C1-D1B4-794849E11178}" dt="2025-05-02T15:03:52.557" v="174" actId="20577"/>
          <ac:spMkLst>
            <pc:docMk/>
            <pc:sldMk cId="1679115785" sldId="276"/>
            <ac:spMk id="2" creationId="{2EAD0F04-D88E-461F-C2F3-1CB519F0DD34}"/>
          </ac:spMkLst>
        </pc:spChg>
      </pc:sldChg>
      <pc:sldChg chg="modSp new">
        <pc:chgData name="Grace Fratz" userId="S::gfratz23@lakers.mercyhurst.edu::0a8fcfed-d108-4f82-9daa-ae7fe4acb342" providerId="AD" clId="Web-{F586D05F-2C1C-51C1-D1B4-794849E11178}" dt="2025-05-02T15:04:18.136" v="195" actId="20577"/>
        <pc:sldMkLst>
          <pc:docMk/>
          <pc:sldMk cId="2496962551" sldId="277"/>
        </pc:sldMkLst>
        <pc:spChg chg="mod">
          <ac:chgData name="Grace Fratz" userId="S::gfratz23@lakers.mercyhurst.edu::0a8fcfed-d108-4f82-9daa-ae7fe4acb342" providerId="AD" clId="Web-{F586D05F-2C1C-51C1-D1B4-794849E11178}" dt="2025-05-02T15:04:18.136" v="195" actId="20577"/>
          <ac:spMkLst>
            <pc:docMk/>
            <pc:sldMk cId="2496962551" sldId="277"/>
            <ac:spMk id="2" creationId="{D7CF36F8-1A43-3C42-D522-12B6A7EFA1E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l="-19000" r="-1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ired.com/story/solarwinds-hack-public-disclosure/?utm_source=chatgpt.com" TargetMode="External"/><Relationship Id="rId2" Type="http://schemas.openxmlformats.org/officeDocument/2006/relationships/hyperlink" Target="https://csrc.nist.gov/projects/cryptographic-module-validation-progra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528A-6DBB-A049-4FC9-28B4083FA7B5}"/>
              </a:ext>
            </a:extLst>
          </p:cNvPr>
          <p:cNvSpPr>
            <a:spLocks noGrp="1"/>
          </p:cNvSpPr>
          <p:nvPr>
            <p:ph type="ctrTitle"/>
          </p:nvPr>
        </p:nvSpPr>
        <p:spPr>
          <a:xfrm>
            <a:off x="1524000" y="1122363"/>
            <a:ext cx="9144000" cy="3303712"/>
          </a:xfrm>
        </p:spPr>
        <p:txBody>
          <a:bodyPr>
            <a:normAutofit fontScale="90000"/>
          </a:bodyPr>
          <a:lstStyle/>
          <a:p>
            <a:r>
              <a:rPr lang="en-US" b="1">
                <a:solidFill>
                  <a:schemeClr val="bg1"/>
                </a:solidFill>
                <a:latin typeface="Century Schoolbook"/>
              </a:rPr>
              <a:t>When Privacy is Compromised:</a:t>
            </a:r>
            <a:br>
              <a:rPr lang="en-US" b="1">
                <a:solidFill>
                  <a:schemeClr val="bg1"/>
                </a:solidFill>
                <a:latin typeface="Century Schoolbook"/>
              </a:rPr>
            </a:br>
            <a:br>
              <a:rPr lang="en-US">
                <a:latin typeface="Century Schoolbook"/>
              </a:rPr>
            </a:br>
            <a:r>
              <a:rPr lang="en-US" sz="4900">
                <a:solidFill>
                  <a:schemeClr val="bg1"/>
                </a:solidFill>
                <a:latin typeface="Century Schoolbook"/>
              </a:rPr>
              <a:t>The Ethical Fallout of Government Backdoors</a:t>
            </a:r>
          </a:p>
        </p:txBody>
      </p:sp>
      <p:sp>
        <p:nvSpPr>
          <p:cNvPr id="3" name="Subtitle 2">
            <a:extLst>
              <a:ext uri="{FF2B5EF4-FFF2-40B4-BE49-F238E27FC236}">
                <a16:creationId xmlns:a16="http://schemas.microsoft.com/office/drawing/2014/main" id="{B06537D0-0423-2EC0-F2A1-47D1CBFCCE31}"/>
              </a:ext>
            </a:extLst>
          </p:cNvPr>
          <p:cNvSpPr>
            <a:spLocks noGrp="1"/>
          </p:cNvSpPr>
          <p:nvPr>
            <p:ph type="subTitle" idx="1"/>
          </p:nvPr>
        </p:nvSpPr>
        <p:spPr>
          <a:xfrm>
            <a:off x="1524000" y="5348645"/>
            <a:ext cx="9144000" cy="611223"/>
          </a:xfrm>
        </p:spPr>
        <p:txBody>
          <a:bodyPr vert="horz" lIns="91440" tIns="45720" rIns="91440" bIns="45720" rtlCol="0" anchor="t">
            <a:normAutofit/>
          </a:bodyPr>
          <a:lstStyle/>
          <a:p>
            <a:r>
              <a:rPr lang="en-US">
                <a:solidFill>
                  <a:schemeClr val="bg1"/>
                </a:solidFill>
                <a:latin typeface="Century Schoolbook"/>
              </a:rPr>
              <a:t>By: Jack Peduzzi &amp; Grace Fratz</a:t>
            </a:r>
          </a:p>
        </p:txBody>
      </p:sp>
    </p:spTree>
    <p:extLst>
      <p:ext uri="{BB962C8B-B14F-4D97-AF65-F5344CB8AC3E}">
        <p14:creationId xmlns:p14="http://schemas.microsoft.com/office/powerpoint/2010/main" val="3541414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0F6BA-F5CA-DE4B-08B0-ECE99693B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D3DE7-23C3-1C63-22CA-AD9AC9C5352D}"/>
              </a:ext>
            </a:extLst>
          </p:cNvPr>
          <p:cNvSpPr>
            <a:spLocks noGrp="1"/>
          </p:cNvSpPr>
          <p:nvPr>
            <p:ph type="title"/>
          </p:nvPr>
        </p:nvSpPr>
        <p:spPr>
          <a:solidFill>
            <a:schemeClr val="tx2">
              <a:lumMod val="90000"/>
              <a:lumOff val="10000"/>
            </a:schemeClr>
          </a:solidFill>
        </p:spPr>
        <p:txBody>
          <a:bodyPr/>
          <a:lstStyle/>
          <a:p>
            <a:r>
              <a:rPr lang="en-US">
                <a:solidFill>
                  <a:schemeClr val="bg1"/>
                </a:solidFill>
                <a:latin typeface="Century Schoolbook"/>
              </a:rPr>
              <a:t>Introduction</a:t>
            </a:r>
            <a:endParaRPr lang="en-US">
              <a:solidFill>
                <a:schemeClr val="bg1"/>
              </a:solidFill>
              <a:latin typeface="Aptos Display"/>
            </a:endParaRPr>
          </a:p>
        </p:txBody>
      </p:sp>
      <p:sp>
        <p:nvSpPr>
          <p:cNvPr id="5" name="Content Placeholder 4">
            <a:extLst>
              <a:ext uri="{FF2B5EF4-FFF2-40B4-BE49-F238E27FC236}">
                <a16:creationId xmlns:a16="http://schemas.microsoft.com/office/drawing/2014/main" id="{71AFAF43-C8A3-5DB6-BC46-AACF47B8A68C}"/>
              </a:ext>
            </a:extLst>
          </p:cNvPr>
          <p:cNvSpPr>
            <a:spLocks noGrp="1"/>
          </p:cNvSpPr>
          <p:nvPr>
            <p:ph idx="1"/>
          </p:nvPr>
        </p:nvSpPr>
        <p:spPr>
          <a:ln>
            <a:solidFill>
              <a:srgbClr val="0B1C2C"/>
            </a:solidFill>
          </a:ln>
        </p:spPr>
        <p:txBody>
          <a:bodyPr vert="horz" lIns="91440" tIns="45720" rIns="91440" bIns="45720" rtlCol="0" anchor="t">
            <a:normAutofit/>
          </a:bodyPr>
          <a:lstStyle/>
          <a:p>
            <a:pPr>
              <a:buFont typeface="Wingdings" panose="020B0604020202020204" pitchFamily="34" charset="0"/>
              <a:buChar char="§"/>
            </a:pPr>
            <a:r>
              <a:rPr lang="en-US" sz="2400">
                <a:solidFill>
                  <a:schemeClr val="bg1"/>
                </a:solidFill>
                <a:latin typeface="Baskerville Old Face"/>
              </a:rPr>
              <a:t>Cryptography has been used in computing since the 1970's</a:t>
            </a:r>
            <a:endParaRPr lang="en-US" sz="2400">
              <a:solidFill>
                <a:schemeClr val="bg1"/>
              </a:solidFill>
              <a:latin typeface="Aptos" panose="020B0004020202020204"/>
            </a:endParaRPr>
          </a:p>
          <a:p>
            <a:pPr>
              <a:buFont typeface="Wingdings" panose="020B0604020202020204" pitchFamily="34" charset="0"/>
              <a:buChar char="§"/>
            </a:pPr>
            <a:r>
              <a:rPr lang="en-US" sz="2400">
                <a:solidFill>
                  <a:schemeClr val="bg1"/>
                </a:solidFill>
                <a:latin typeface="Baskerville Old Face"/>
              </a:rPr>
              <a:t>Extremely important for securing information</a:t>
            </a:r>
          </a:p>
          <a:p>
            <a:pPr>
              <a:buFont typeface="Wingdings" panose="020B0604020202020204" pitchFamily="34" charset="0"/>
              <a:buChar char="§"/>
            </a:pPr>
            <a:r>
              <a:rPr lang="en-US" sz="2400">
                <a:solidFill>
                  <a:schemeClr val="bg1"/>
                </a:solidFill>
                <a:latin typeface="Baskerville Old Face"/>
              </a:rPr>
              <a:t>Will be undermined if a deliberate backdoor is implemented</a:t>
            </a:r>
          </a:p>
          <a:p>
            <a:pPr>
              <a:buFont typeface="Wingdings" panose="020B0604020202020204" pitchFamily="34" charset="0"/>
              <a:buChar char="§"/>
            </a:pPr>
            <a:r>
              <a:rPr lang="en-US" sz="2400">
                <a:solidFill>
                  <a:schemeClr val="bg1"/>
                </a:solidFill>
                <a:latin typeface="Baskerville Old Face"/>
              </a:rPr>
              <a:t>Allowing this will cause the loss of public trust due to the fear of surveillance</a:t>
            </a:r>
          </a:p>
          <a:p>
            <a:pPr lvl="1">
              <a:buFont typeface="Wingdings" panose="020B0604020202020204" pitchFamily="34" charset="0"/>
              <a:buChar char="§"/>
            </a:pPr>
            <a:r>
              <a:rPr lang="en-US">
                <a:solidFill>
                  <a:schemeClr val="bg1"/>
                </a:solidFill>
                <a:latin typeface="Baskerville Old Face"/>
              </a:rPr>
              <a:t>Lack of security for data</a:t>
            </a:r>
          </a:p>
          <a:p>
            <a:pPr lvl="1">
              <a:buFont typeface="Wingdings" panose="020B0604020202020204" pitchFamily="34" charset="0"/>
              <a:buChar char="§"/>
            </a:pPr>
            <a:r>
              <a:rPr lang="en-US">
                <a:solidFill>
                  <a:schemeClr val="bg1"/>
                </a:solidFill>
                <a:latin typeface="Baskerville Old Face"/>
              </a:rPr>
              <a:t>Unenforceable across foreign borders</a:t>
            </a:r>
          </a:p>
          <a:p>
            <a:pPr>
              <a:buFont typeface="Wingdings" panose="020B0604020202020204" pitchFamily="34" charset="0"/>
              <a:buChar char="§"/>
            </a:pPr>
            <a:endParaRPr lang="en-US" sz="1900">
              <a:solidFill>
                <a:schemeClr val="bg1"/>
              </a:solidFill>
              <a:latin typeface="Baskerville Old Face"/>
            </a:endParaRPr>
          </a:p>
        </p:txBody>
      </p:sp>
    </p:spTree>
    <p:extLst>
      <p:ext uri="{BB962C8B-B14F-4D97-AF65-F5344CB8AC3E}">
        <p14:creationId xmlns:p14="http://schemas.microsoft.com/office/powerpoint/2010/main" val="3475630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7010D-F814-52EF-6D81-A17A082B92FF}"/>
              </a:ext>
            </a:extLst>
          </p:cNvPr>
          <p:cNvSpPr>
            <a:spLocks noGrp="1"/>
          </p:cNvSpPr>
          <p:nvPr>
            <p:ph type="title"/>
          </p:nvPr>
        </p:nvSpPr>
        <p:spPr>
          <a:solidFill>
            <a:schemeClr val="tx2">
              <a:lumMod val="90000"/>
              <a:lumOff val="10000"/>
            </a:schemeClr>
          </a:solidFill>
        </p:spPr>
        <p:txBody>
          <a:bodyPr/>
          <a:lstStyle/>
          <a:p>
            <a:r>
              <a:rPr lang="en-US">
                <a:solidFill>
                  <a:schemeClr val="bg1"/>
                </a:solidFill>
                <a:latin typeface="Century Schoolbook"/>
              </a:rPr>
              <a:t>Literature Review</a:t>
            </a:r>
          </a:p>
        </p:txBody>
      </p:sp>
      <p:sp>
        <p:nvSpPr>
          <p:cNvPr id="3" name="Content Placeholder 2">
            <a:extLst>
              <a:ext uri="{FF2B5EF4-FFF2-40B4-BE49-F238E27FC236}">
                <a16:creationId xmlns:a16="http://schemas.microsoft.com/office/drawing/2014/main" id="{08E4B993-CE06-B561-3571-45B69D5AE323}"/>
              </a:ext>
            </a:extLst>
          </p:cNvPr>
          <p:cNvSpPr>
            <a:spLocks noGrp="1"/>
          </p:cNvSpPr>
          <p:nvPr>
            <p:ph idx="1"/>
          </p:nvPr>
        </p:nvSpPr>
        <p:spPr>
          <a:noFill/>
          <a:ln>
            <a:solidFill>
              <a:srgbClr val="0B1C2C"/>
            </a:solidFill>
          </a:ln>
        </p:spPr>
        <p:txBody>
          <a:bodyPr vert="horz" lIns="91440" tIns="45720" rIns="91440" bIns="45720" rtlCol="0" anchor="t">
            <a:normAutofit/>
          </a:bodyPr>
          <a:lstStyle/>
          <a:p>
            <a:pPr>
              <a:buFont typeface="Wingdings" panose="020B0604020202020204" pitchFamily="34" charset="0"/>
              <a:buChar char="§"/>
            </a:pPr>
            <a:r>
              <a:rPr lang="en-US" sz="2400">
                <a:solidFill>
                  <a:schemeClr val="bg1"/>
                </a:solidFill>
                <a:latin typeface="Baskerville Old Face"/>
              </a:rPr>
              <a:t>Cryptographic algorithms facilitate the safe transfer of data, passwords, and more</a:t>
            </a:r>
            <a:endParaRPr lang="en-US">
              <a:solidFill>
                <a:schemeClr val="bg1"/>
              </a:solidFill>
            </a:endParaRPr>
          </a:p>
          <a:p>
            <a:pPr>
              <a:buFont typeface="Wingdings" panose="020B0604020202020204" pitchFamily="34" charset="0"/>
              <a:buChar char="§"/>
            </a:pPr>
            <a:r>
              <a:rPr lang="en-US" sz="2400">
                <a:solidFill>
                  <a:schemeClr val="bg1"/>
                </a:solidFill>
                <a:latin typeface="Baskerville Old Face"/>
              </a:rPr>
              <a:t>One of the first major implementations was heralded by Horst-Feistel</a:t>
            </a:r>
          </a:p>
          <a:p>
            <a:pPr>
              <a:buFont typeface="Wingdings" panose="020B0604020202020204" pitchFamily="34" charset="0"/>
              <a:buChar char="§"/>
            </a:pPr>
            <a:r>
              <a:rPr lang="en-US" sz="2400">
                <a:solidFill>
                  <a:schemeClr val="bg1"/>
                </a:solidFill>
                <a:latin typeface="Baskerville Old Face"/>
              </a:rPr>
              <a:t>Known as Data Encryption Standard (DES) - Now obsolete</a:t>
            </a:r>
          </a:p>
          <a:p>
            <a:pPr>
              <a:buFont typeface="Wingdings" panose="020B0604020202020204" pitchFamily="34" charset="0"/>
              <a:buChar char="§"/>
            </a:pPr>
            <a:r>
              <a:rPr lang="en-US" sz="2400">
                <a:solidFill>
                  <a:schemeClr val="bg1"/>
                </a:solidFill>
                <a:latin typeface="Baskerville Old Face"/>
              </a:rPr>
              <a:t>Diffie-Hellman key exchange – birth of asymmetric encryption</a:t>
            </a:r>
          </a:p>
          <a:p>
            <a:pPr>
              <a:buFont typeface="Wingdings" panose="020B0604020202020204" pitchFamily="34" charset="0"/>
              <a:buChar char="§"/>
            </a:pPr>
            <a:r>
              <a:rPr lang="en-US" sz="2400">
                <a:solidFill>
                  <a:schemeClr val="bg1"/>
                </a:solidFill>
                <a:latin typeface="Baskerville Old Face"/>
              </a:rPr>
              <a:t>Asymmetric Encryption: </a:t>
            </a:r>
            <a:r>
              <a:rPr lang="en-US" sz="2400">
                <a:solidFill>
                  <a:schemeClr val="bg1"/>
                </a:solidFill>
                <a:latin typeface="Baskerville Old Face"/>
                <a:cs typeface="Times New Roman"/>
              </a:rPr>
              <a:t>“an encryption method that uses two different keys, a public key and a private key-to encrypt and decrypt data."[3]</a:t>
            </a:r>
          </a:p>
          <a:p>
            <a:pPr>
              <a:buFont typeface="Wingdings" panose="020B0604020202020204" pitchFamily="34" charset="0"/>
              <a:buChar char="§"/>
            </a:pPr>
            <a:r>
              <a:rPr lang="en-US" sz="2000">
                <a:solidFill>
                  <a:schemeClr val="bg1"/>
                </a:solidFill>
                <a:latin typeface="Baskerville Old Face"/>
                <a:cs typeface="Times New Roman"/>
              </a:rPr>
              <a:t>Uses Public Key Infrastructure</a:t>
            </a:r>
          </a:p>
          <a:p>
            <a:pPr marL="800100" indent="-342900">
              <a:spcBef>
                <a:spcPts val="500"/>
              </a:spcBef>
              <a:buFont typeface="Wingdings" panose="020B0604020202020204" pitchFamily="34" charset="0"/>
              <a:buChar char="§"/>
            </a:pPr>
            <a:r>
              <a:rPr lang="en-US" sz="1600">
                <a:solidFill>
                  <a:schemeClr val="bg1"/>
                </a:solidFill>
                <a:latin typeface="Baskerville Old Face"/>
                <a:cs typeface="Times New Roman"/>
              </a:rPr>
              <a:t>Public Key - Public keys are used for encrypting data and verifying digital signatures [7]</a:t>
            </a:r>
          </a:p>
          <a:p>
            <a:pPr lvl="1">
              <a:buFont typeface="Wingdings" panose="020B0604020202020204" pitchFamily="34" charset="0"/>
              <a:buChar char="§"/>
            </a:pPr>
            <a:r>
              <a:rPr lang="en-US" sz="1600">
                <a:solidFill>
                  <a:schemeClr val="bg1"/>
                </a:solidFill>
                <a:latin typeface="Baskerville Old Face"/>
                <a:cs typeface="Times New Roman"/>
              </a:rPr>
              <a:t>Private Key - Private keys are keys that are meant to stay secure and are used to decrypt and digitally sign data.[8]</a:t>
            </a:r>
            <a:endParaRPr lang="en-US">
              <a:solidFill>
                <a:schemeClr val="bg1"/>
              </a:solidFill>
            </a:endParaRPr>
          </a:p>
          <a:p>
            <a:pPr>
              <a:buFont typeface="Wingdings" panose="020B0604020202020204" pitchFamily="34" charset="0"/>
              <a:buChar char="§"/>
            </a:pPr>
            <a:r>
              <a:rPr lang="en-US" sz="2400">
                <a:solidFill>
                  <a:schemeClr val="bg1"/>
                </a:solidFill>
                <a:latin typeface="Baskerville Old Face"/>
                <a:cs typeface="Times New Roman"/>
              </a:rPr>
              <a:t>Symmetric Encryption: “a type of encryption key management solution where only one key (a secret key) is used to both encrypt and decrypt electronic data.” [10]</a:t>
            </a:r>
          </a:p>
          <a:p>
            <a:pPr>
              <a:buFont typeface="Wingdings" panose="020B0604020202020204" pitchFamily="34" charset="0"/>
              <a:buChar char="§"/>
            </a:pPr>
            <a:endParaRPr lang="en-US" sz="2000">
              <a:solidFill>
                <a:schemeClr val="bg1"/>
              </a:solidFill>
              <a:latin typeface="Baskerville Old Face"/>
              <a:cs typeface="Times New Roman"/>
            </a:endParaRPr>
          </a:p>
          <a:p>
            <a:pPr marL="457200" lvl="1" indent="0">
              <a:buNone/>
            </a:pPr>
            <a:endParaRPr lang="en-US" sz="1600">
              <a:solidFill>
                <a:schemeClr val="bg1"/>
              </a:solidFill>
              <a:latin typeface="Baskerville Old Face"/>
              <a:cs typeface="Times New Roman"/>
            </a:endParaRPr>
          </a:p>
          <a:p>
            <a:pPr marL="800100" lvl="1" indent="-342900">
              <a:buFont typeface="Wingdings" panose="020B0604020202020204" pitchFamily="34" charset="0"/>
              <a:buChar char="§"/>
            </a:pPr>
            <a:endParaRPr lang="en-US" sz="1600">
              <a:solidFill>
                <a:schemeClr val="bg1"/>
              </a:solidFill>
              <a:latin typeface="Baskerville Old Face"/>
              <a:cs typeface="Times New Roman"/>
            </a:endParaRPr>
          </a:p>
          <a:p>
            <a:pPr lvl="1">
              <a:buFont typeface="Wingdings" panose="020B0604020202020204" pitchFamily="34" charset="0"/>
              <a:buChar char="§"/>
            </a:pPr>
            <a:endParaRPr lang="en-US" sz="1600">
              <a:solidFill>
                <a:schemeClr val="bg1"/>
              </a:solidFill>
              <a:latin typeface="Baskerville Old Face"/>
              <a:cs typeface="Times New Roman"/>
            </a:endParaRPr>
          </a:p>
          <a:p>
            <a:pPr lvl="1">
              <a:buFont typeface="Wingdings" panose="020B0604020202020204" pitchFamily="34" charset="0"/>
              <a:buChar char="§"/>
            </a:pPr>
            <a:endParaRPr lang="en-US" sz="2000">
              <a:solidFill>
                <a:schemeClr val="bg1"/>
              </a:solidFill>
              <a:latin typeface="Baskerville Old Face"/>
              <a:cs typeface="Times New Roman"/>
            </a:endParaRPr>
          </a:p>
          <a:p>
            <a:pPr>
              <a:buFont typeface="Wingdings" panose="020B0604020202020204" pitchFamily="34" charset="0"/>
              <a:buChar char="§"/>
            </a:pPr>
            <a:endParaRPr lang="en-US" sz="2400">
              <a:solidFill>
                <a:schemeClr val="bg1"/>
              </a:solidFill>
              <a:latin typeface="Baskerville Old Face"/>
              <a:cs typeface="Times New Roman"/>
            </a:endParaRPr>
          </a:p>
        </p:txBody>
      </p:sp>
    </p:spTree>
    <p:extLst>
      <p:ext uri="{BB962C8B-B14F-4D97-AF65-F5344CB8AC3E}">
        <p14:creationId xmlns:p14="http://schemas.microsoft.com/office/powerpoint/2010/main" val="1448385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5DF74-6AEE-2225-5762-0A9D71EE6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7AE11-9589-DAB8-B755-8D22C57831BF}"/>
              </a:ext>
            </a:extLst>
          </p:cNvPr>
          <p:cNvSpPr>
            <a:spLocks noGrp="1"/>
          </p:cNvSpPr>
          <p:nvPr>
            <p:ph type="title"/>
          </p:nvPr>
        </p:nvSpPr>
        <p:spPr>
          <a:solidFill>
            <a:schemeClr val="tx2">
              <a:lumMod val="90000"/>
              <a:lumOff val="10000"/>
            </a:schemeClr>
          </a:solidFill>
        </p:spPr>
        <p:txBody>
          <a:bodyPr/>
          <a:lstStyle/>
          <a:p>
            <a:r>
              <a:rPr lang="en-US">
                <a:solidFill>
                  <a:schemeClr val="bg1"/>
                </a:solidFill>
                <a:latin typeface="Century Schoolbook"/>
              </a:rPr>
              <a:t>Methodology</a:t>
            </a:r>
            <a:endParaRPr lang="en-US"/>
          </a:p>
        </p:txBody>
      </p:sp>
      <p:sp>
        <p:nvSpPr>
          <p:cNvPr id="3" name="Content Placeholder 2">
            <a:extLst>
              <a:ext uri="{FF2B5EF4-FFF2-40B4-BE49-F238E27FC236}">
                <a16:creationId xmlns:a16="http://schemas.microsoft.com/office/drawing/2014/main" id="{54EA1316-74AE-23A8-0B3A-BA6C5983FAD6}"/>
              </a:ext>
            </a:extLst>
          </p:cNvPr>
          <p:cNvSpPr>
            <a:spLocks noGrp="1"/>
          </p:cNvSpPr>
          <p:nvPr>
            <p:ph idx="1"/>
          </p:nvPr>
        </p:nvSpPr>
        <p:spPr>
          <a:noFill/>
          <a:ln>
            <a:solidFill>
              <a:srgbClr val="0B1C2C"/>
            </a:solidFill>
          </a:ln>
        </p:spPr>
        <p:txBody>
          <a:bodyPr vert="horz" lIns="91440" tIns="45720" rIns="91440" bIns="45720" rtlCol="0" anchor="t">
            <a:normAutofit/>
          </a:bodyPr>
          <a:lstStyle/>
          <a:p>
            <a:pPr>
              <a:buFont typeface="Wingdings" panose="020B0604020202020204" pitchFamily="34" charset="0"/>
              <a:buChar char="§"/>
            </a:pPr>
            <a:r>
              <a:rPr lang="en-US" sz="2400">
                <a:solidFill>
                  <a:schemeClr val="bg1"/>
                </a:solidFill>
                <a:latin typeface="Baskerville Old Face"/>
              </a:rPr>
              <a:t>Reputable organizations such as NIST and The Department of Defense provide guidelines for cybersecurity practices.</a:t>
            </a:r>
            <a:endParaRPr lang="en-US">
              <a:solidFill>
                <a:schemeClr val="bg1"/>
              </a:solidFill>
            </a:endParaRPr>
          </a:p>
          <a:p>
            <a:pPr>
              <a:buFont typeface="Wingdings" panose="020B0604020202020204" pitchFamily="34" charset="0"/>
              <a:buChar char="§"/>
            </a:pPr>
            <a:r>
              <a:rPr lang="en-US" sz="2400">
                <a:solidFill>
                  <a:schemeClr val="bg1"/>
                </a:solidFill>
                <a:latin typeface="Baskerville Old Face"/>
                <a:cs typeface="Times New Roman"/>
              </a:rPr>
              <a:t>A current guideline heralded by NIST is the Cryptographic Module Validation Program (CMVP). [12] NIST defines the goal of the CMVP to , “... promote the use of validated cryptographic modules and provide Federal agencies with a security metric to use in procuring equipment containing validated cryptographic modules”[13]  </a:t>
            </a:r>
          </a:p>
          <a:p>
            <a:pPr>
              <a:buFont typeface="Wingdings" panose="020B0604020202020204" pitchFamily="34" charset="0"/>
              <a:buChar char="§"/>
            </a:pPr>
            <a:r>
              <a:rPr lang="en-US" sz="2400">
                <a:solidFill>
                  <a:schemeClr val="bg1"/>
                </a:solidFill>
                <a:latin typeface="Baskerville Old Face"/>
                <a:cs typeface="Times New Roman"/>
              </a:rPr>
              <a:t>A backdoor defined by NIST is, "an undocumented way of gaining access to a computer system. A backdoor is a potential security risk [16].</a:t>
            </a:r>
          </a:p>
          <a:p>
            <a:pPr>
              <a:buFont typeface="Wingdings" panose="020B0604020202020204" pitchFamily="34" charset="0"/>
              <a:buChar char="§"/>
            </a:pPr>
            <a:r>
              <a:rPr lang="en-US" sz="2400">
                <a:solidFill>
                  <a:schemeClr val="bg1"/>
                </a:solidFill>
                <a:latin typeface="Baskerville Old Face"/>
                <a:cs typeface="Times New Roman"/>
              </a:rPr>
              <a:t>The implementation of a deliberate backdoor would by definition, make every cryptography algorithm insecure</a:t>
            </a:r>
          </a:p>
        </p:txBody>
      </p:sp>
    </p:spTree>
    <p:extLst>
      <p:ext uri="{BB962C8B-B14F-4D97-AF65-F5344CB8AC3E}">
        <p14:creationId xmlns:p14="http://schemas.microsoft.com/office/powerpoint/2010/main" val="956091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8F01B-CE4A-38E8-204D-4247EB5C2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2FA62-F3A7-2472-5908-1D0146022C82}"/>
              </a:ext>
            </a:extLst>
          </p:cNvPr>
          <p:cNvSpPr>
            <a:spLocks noGrp="1"/>
          </p:cNvSpPr>
          <p:nvPr>
            <p:ph type="title"/>
          </p:nvPr>
        </p:nvSpPr>
        <p:spPr>
          <a:solidFill>
            <a:schemeClr val="tx2">
              <a:lumMod val="90000"/>
              <a:lumOff val="10000"/>
            </a:schemeClr>
          </a:solidFill>
        </p:spPr>
        <p:txBody>
          <a:bodyPr>
            <a:normAutofit/>
          </a:bodyPr>
          <a:lstStyle/>
          <a:p>
            <a:r>
              <a:rPr lang="en-US" sz="4800">
                <a:solidFill>
                  <a:schemeClr val="bg1"/>
                </a:solidFill>
                <a:latin typeface="Century Schoolbook"/>
              </a:rPr>
              <a:t>Results &amp; Analysis </a:t>
            </a:r>
            <a:endParaRPr lang="en-US" sz="4800">
              <a:solidFill>
                <a:schemeClr val="bg1"/>
              </a:solidFill>
            </a:endParaRPr>
          </a:p>
        </p:txBody>
      </p:sp>
      <p:sp>
        <p:nvSpPr>
          <p:cNvPr id="3" name="Content Placeholder 2">
            <a:extLst>
              <a:ext uri="{FF2B5EF4-FFF2-40B4-BE49-F238E27FC236}">
                <a16:creationId xmlns:a16="http://schemas.microsoft.com/office/drawing/2014/main" id="{223C762C-4C1E-0AD1-3B31-02E5126ADCA8}"/>
              </a:ext>
            </a:extLst>
          </p:cNvPr>
          <p:cNvSpPr>
            <a:spLocks noGrp="1"/>
          </p:cNvSpPr>
          <p:nvPr>
            <p:ph idx="1"/>
          </p:nvPr>
        </p:nvSpPr>
        <p:spPr>
          <a:xfrm>
            <a:off x="3049858" y="1937137"/>
            <a:ext cx="5897138" cy="4351338"/>
          </a:xfrm>
          <a:noFill/>
          <a:ln w="12700">
            <a:solidFill>
              <a:srgbClr val="0B1C2C"/>
            </a:solidFill>
          </a:ln>
        </p:spPr>
        <p:txBody>
          <a:bodyPr vert="horz" lIns="91440" tIns="45720" rIns="91440" bIns="45720" rtlCol="0" anchor="t">
            <a:noAutofit/>
          </a:bodyPr>
          <a:lstStyle/>
          <a:p>
            <a:pPr>
              <a:buFont typeface="Wingdings" panose="020B0604020202020204" pitchFamily="34" charset="0"/>
              <a:buChar char="§"/>
            </a:pPr>
            <a:r>
              <a:rPr lang="en-US">
                <a:solidFill>
                  <a:schemeClr val="bg1"/>
                </a:solidFill>
                <a:latin typeface="Baskerville Old Face"/>
                <a:cs typeface="Times New Roman"/>
              </a:rPr>
              <a:t>Granting law enforcement and government officials backdoor access to encrypted data is both dangerous and unethical</a:t>
            </a:r>
          </a:p>
          <a:p>
            <a:pPr lvl="1">
              <a:buFont typeface="Wingdings" panose="020B0604020202020204" pitchFamily="34" charset="0"/>
              <a:buChar char="§"/>
            </a:pPr>
            <a:r>
              <a:rPr lang="en-US" sz="2800">
                <a:solidFill>
                  <a:schemeClr val="bg1"/>
                </a:solidFill>
                <a:latin typeface="Baskerville Old Face"/>
                <a:cs typeface="Times New Roman"/>
              </a:rPr>
              <a:t>Allows attacks from </a:t>
            </a:r>
          </a:p>
          <a:p>
            <a:pPr lvl="2">
              <a:buFont typeface="Wingdings" panose="020B0604020202020204" pitchFamily="34" charset="0"/>
              <a:buChar char="§"/>
            </a:pPr>
            <a:r>
              <a:rPr lang="en-US" sz="2800">
                <a:solidFill>
                  <a:schemeClr val="bg1"/>
                </a:solidFill>
                <a:latin typeface="Baskerville Old Face"/>
                <a:cs typeface="Times New Roman"/>
              </a:rPr>
              <a:t>foreign adversaries</a:t>
            </a:r>
          </a:p>
          <a:p>
            <a:pPr lvl="2">
              <a:buFont typeface="Wingdings" panose="020B0604020202020204" pitchFamily="34" charset="0"/>
              <a:buChar char="§"/>
            </a:pPr>
            <a:r>
              <a:rPr lang="en-US" sz="2800">
                <a:solidFill>
                  <a:schemeClr val="bg1"/>
                </a:solidFill>
                <a:latin typeface="Baskerville Old Face"/>
                <a:cs typeface="Times New Roman"/>
              </a:rPr>
              <a:t>cyber criminals</a:t>
            </a:r>
          </a:p>
          <a:p>
            <a:pPr lvl="1">
              <a:buFont typeface="Wingdings" panose="020B0604020202020204" pitchFamily="34" charset="0"/>
              <a:buChar char="§"/>
            </a:pPr>
            <a:r>
              <a:rPr lang="en-US" sz="2800">
                <a:solidFill>
                  <a:schemeClr val="bg1"/>
                </a:solidFill>
                <a:latin typeface="Baskerville Old Face"/>
                <a:cs typeface="Times New Roman"/>
              </a:rPr>
              <a:t>Weakens the entire system as a whole</a:t>
            </a:r>
            <a:endParaRPr lang="en-US" sz="2800">
              <a:solidFill>
                <a:schemeClr val="bg1"/>
              </a:solidFill>
              <a:latin typeface="Baskerville Old Face"/>
            </a:endParaRPr>
          </a:p>
          <a:p>
            <a:pPr marL="0" indent="0">
              <a:buNone/>
            </a:pPr>
            <a:r>
              <a:rPr lang="en-US" sz="1600">
                <a:solidFill>
                  <a:schemeClr val="bg1"/>
                </a:solidFill>
                <a:latin typeface="Baskerville Old Face"/>
                <a:cs typeface="Times New Roman"/>
              </a:rPr>
              <a:t> </a:t>
            </a:r>
          </a:p>
        </p:txBody>
      </p:sp>
    </p:spTree>
    <p:extLst>
      <p:ext uri="{BB962C8B-B14F-4D97-AF65-F5344CB8AC3E}">
        <p14:creationId xmlns:p14="http://schemas.microsoft.com/office/powerpoint/2010/main" val="181625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76C42-7255-DDEE-C409-C3628B4ABD4B}"/>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Foreign Advisories</a:t>
            </a:r>
          </a:p>
        </p:txBody>
      </p:sp>
      <p:sp>
        <p:nvSpPr>
          <p:cNvPr id="3" name="Content Placeholder 2">
            <a:extLst>
              <a:ext uri="{FF2B5EF4-FFF2-40B4-BE49-F238E27FC236}">
                <a16:creationId xmlns:a16="http://schemas.microsoft.com/office/drawing/2014/main" id="{EC8E51DC-4C3C-B812-74B1-F92C168AB805}"/>
              </a:ext>
            </a:extLst>
          </p:cNvPr>
          <p:cNvSpPr>
            <a:spLocks noGrp="1"/>
          </p:cNvSpPr>
          <p:nvPr>
            <p:ph sz="half" idx="1"/>
          </p:nvPr>
        </p:nvSpPr>
        <p:spPr>
          <a:ln>
            <a:solidFill>
              <a:srgbClr val="0B1C2C"/>
            </a:solidFill>
          </a:ln>
        </p:spPr>
        <p:txBody>
          <a:bodyPr vert="horz" lIns="91440" tIns="45720" rIns="91440" bIns="45720" rtlCol="0" anchor="t">
            <a:normAutofit fontScale="92500" lnSpcReduction="10000"/>
          </a:bodyPr>
          <a:lstStyle/>
          <a:p>
            <a:pPr>
              <a:buFont typeface="Wingdings" panose="020B0604020202020204" pitchFamily="34" charset="0"/>
              <a:buChar char="§"/>
            </a:pPr>
            <a:r>
              <a:rPr lang="en-US" sz="2000">
                <a:solidFill>
                  <a:schemeClr val="bg1"/>
                </a:solidFill>
                <a:latin typeface="Baskerville Old Face"/>
                <a:cs typeface="Times New Roman"/>
              </a:rPr>
              <a:t>Embedding a vulnerability within encryption systems</a:t>
            </a:r>
          </a:p>
          <a:p>
            <a:pPr lvl="1">
              <a:buFont typeface="Wingdings" panose="020B0604020202020204" pitchFamily="34" charset="0"/>
              <a:buChar char="§"/>
            </a:pPr>
            <a:r>
              <a:rPr lang="en-US" sz="1600">
                <a:solidFill>
                  <a:schemeClr val="bg1"/>
                </a:solidFill>
                <a:latin typeface="Baskerville Old Face"/>
                <a:cs typeface="Times New Roman"/>
              </a:rPr>
              <a:t>Compromises their integrity</a:t>
            </a:r>
            <a:endParaRPr lang="en-US">
              <a:solidFill>
                <a:schemeClr val="bg1"/>
              </a:solidFill>
              <a:latin typeface="Aptos"/>
              <a:cs typeface="Times New Roman"/>
            </a:endParaRPr>
          </a:p>
          <a:p>
            <a:pPr lvl="1">
              <a:buFont typeface="Wingdings" panose="020B0604020202020204" pitchFamily="34" charset="0"/>
              <a:buChar char="§"/>
            </a:pPr>
            <a:r>
              <a:rPr lang="en-US" sz="1600">
                <a:solidFill>
                  <a:schemeClr val="bg1"/>
                </a:solidFill>
                <a:latin typeface="Baskerville Old Face"/>
                <a:cs typeface="Times New Roman"/>
              </a:rPr>
              <a:t>Allows unauthorized individuals to exploit it </a:t>
            </a:r>
            <a:endParaRPr lang="en-US" sz="1400">
              <a:solidFill>
                <a:schemeClr val="bg1"/>
              </a:solidFill>
            </a:endParaRPr>
          </a:p>
          <a:p>
            <a:pPr>
              <a:buFont typeface="Wingdings" panose="020B0604020202020204" pitchFamily="34" charset="0"/>
              <a:buChar char="§"/>
            </a:pPr>
            <a:r>
              <a:rPr lang="en-US" sz="2000">
                <a:solidFill>
                  <a:schemeClr val="bg1"/>
                </a:solidFill>
                <a:latin typeface="Baskerville Old Face"/>
                <a:cs typeface="Times New Roman"/>
              </a:rPr>
              <a:t>Countries like China, Russia, and Iran have successfully conducted cyberattacks against U.S. systems in the past</a:t>
            </a:r>
          </a:p>
          <a:p>
            <a:pPr>
              <a:buFont typeface="Wingdings" panose="020B0604020202020204" pitchFamily="34" charset="0"/>
              <a:buChar char="§"/>
            </a:pPr>
            <a:r>
              <a:rPr lang="en-US" sz="2000">
                <a:solidFill>
                  <a:schemeClr val="bg1"/>
                </a:solidFill>
                <a:latin typeface="Baskerville Old Face"/>
                <a:cs typeface="Times New Roman"/>
              </a:rPr>
              <a:t>Adversaries are adopting cutting-edge tools such as </a:t>
            </a:r>
          </a:p>
          <a:p>
            <a:pPr lvl="1">
              <a:buFont typeface="Wingdings" panose="020B0604020202020204" pitchFamily="34" charset="0"/>
              <a:buChar char="§"/>
            </a:pPr>
            <a:r>
              <a:rPr lang="en-US" sz="1600">
                <a:solidFill>
                  <a:schemeClr val="bg1"/>
                </a:solidFill>
                <a:latin typeface="Baskerville Old Face"/>
                <a:cs typeface="Times New Roman"/>
              </a:rPr>
              <a:t>Artificial intelligence</a:t>
            </a:r>
          </a:p>
          <a:p>
            <a:pPr lvl="1">
              <a:buFont typeface="Wingdings" panose="020B0604020202020204" pitchFamily="34" charset="0"/>
              <a:buChar char="§"/>
            </a:pPr>
            <a:r>
              <a:rPr lang="en-US" sz="1600">
                <a:solidFill>
                  <a:schemeClr val="bg1"/>
                </a:solidFill>
                <a:latin typeface="Baskerville Old Face"/>
                <a:cs typeface="Times New Roman"/>
              </a:rPr>
              <a:t>Cyber weapons</a:t>
            </a:r>
            <a:endParaRPr lang="en-US">
              <a:solidFill>
                <a:schemeClr val="bg1"/>
              </a:solidFill>
              <a:latin typeface="Aptos" panose="020B0004020202020204"/>
              <a:cs typeface="Times New Roman"/>
            </a:endParaRPr>
          </a:p>
          <a:p>
            <a:pPr lvl="1">
              <a:buFont typeface="Wingdings" panose="020B0604020202020204" pitchFamily="34" charset="0"/>
              <a:buChar char="§"/>
            </a:pPr>
            <a:r>
              <a:rPr lang="en-US" sz="1600">
                <a:solidFill>
                  <a:schemeClr val="bg1"/>
                </a:solidFill>
                <a:latin typeface="Baskerville Old Face"/>
                <a:cs typeface="Times New Roman"/>
              </a:rPr>
              <a:t>Advanced surveillance technology</a:t>
            </a:r>
            <a:endParaRPr lang="en-US">
              <a:solidFill>
                <a:schemeClr val="bg1"/>
              </a:solidFill>
            </a:endParaRPr>
          </a:p>
          <a:p>
            <a:pPr>
              <a:buFont typeface="Wingdings" panose="020B0604020202020204" pitchFamily="34" charset="0"/>
              <a:buChar char="§"/>
            </a:pPr>
            <a:r>
              <a:rPr lang="en-US" sz="2000">
                <a:solidFill>
                  <a:schemeClr val="bg1"/>
                </a:solidFill>
                <a:latin typeface="Baskerville Old Face"/>
                <a:cs typeface="Times New Roman"/>
              </a:rPr>
              <a:t>Technology has become too advanced and too accessible for the United Sates to risk putting in a backdoor.</a:t>
            </a:r>
          </a:p>
          <a:p>
            <a:pPr>
              <a:buFont typeface="Wingdings" panose="020B0604020202020204" pitchFamily="34" charset="0"/>
              <a:buChar char="§"/>
            </a:pPr>
            <a:r>
              <a:rPr lang="en-US" sz="1600">
                <a:solidFill>
                  <a:schemeClr val="bg1"/>
                </a:solidFill>
                <a:latin typeface="Baskerville Old Face"/>
                <a:cs typeface="Times New Roman"/>
              </a:rPr>
              <a:t> </a:t>
            </a:r>
          </a:p>
          <a:p>
            <a:pPr marL="0" indent="0">
              <a:buNone/>
            </a:pPr>
            <a:endParaRPr lang="en-US" sz="1200">
              <a:latin typeface="Times New Roman"/>
              <a:cs typeface="Times New Roman"/>
            </a:endParaRPr>
          </a:p>
        </p:txBody>
      </p:sp>
      <p:sp>
        <p:nvSpPr>
          <p:cNvPr id="4" name="Content Placeholder 3">
            <a:extLst>
              <a:ext uri="{FF2B5EF4-FFF2-40B4-BE49-F238E27FC236}">
                <a16:creationId xmlns:a16="http://schemas.microsoft.com/office/drawing/2014/main" id="{F6DE62C4-191E-F028-ECFA-C499FD82939A}"/>
              </a:ext>
            </a:extLst>
          </p:cNvPr>
          <p:cNvSpPr>
            <a:spLocks noGrp="1"/>
          </p:cNvSpPr>
          <p:nvPr>
            <p:ph sz="half" idx="2"/>
          </p:nvPr>
        </p:nvSpPr>
        <p:spPr>
          <a:ln>
            <a:solidFill>
              <a:srgbClr val="0B1C2C"/>
            </a:solidFill>
          </a:ln>
        </p:spPr>
        <p:txBody>
          <a:bodyPr vert="horz" lIns="91440" tIns="45720" rIns="91440" bIns="45720" rtlCol="0" anchor="t">
            <a:noAutofit/>
          </a:bodyPr>
          <a:lstStyle/>
          <a:p>
            <a:pPr marL="0" indent="0" algn="ctr">
              <a:buNone/>
            </a:pPr>
            <a:r>
              <a:rPr lang="en-US" sz="1900" b="1">
                <a:solidFill>
                  <a:schemeClr val="bg1"/>
                </a:solidFill>
                <a:latin typeface="Baskerville Old Face"/>
                <a:cs typeface="Times New Roman"/>
              </a:rPr>
              <a:t>2020 SolarWinds attack</a:t>
            </a:r>
            <a:endParaRPr lang="en-US" sz="1900" b="1">
              <a:solidFill>
                <a:schemeClr val="bg1"/>
              </a:solidFill>
              <a:latin typeface="Baskerville Old Face"/>
            </a:endParaRPr>
          </a:p>
          <a:p>
            <a:pPr>
              <a:buFont typeface="Wingdings" panose="020B0604020202020204" pitchFamily="34" charset="0"/>
              <a:buChar char="§"/>
            </a:pPr>
            <a:r>
              <a:rPr lang="en-US" sz="1900">
                <a:solidFill>
                  <a:schemeClr val="bg1"/>
                </a:solidFill>
                <a:latin typeface="Baskerville Old Face"/>
                <a:cs typeface="Times New Roman"/>
              </a:rPr>
              <a:t>Attack from Russian Intelligence</a:t>
            </a:r>
          </a:p>
          <a:p>
            <a:pPr>
              <a:buFont typeface="Wingdings" panose="020B0604020202020204" pitchFamily="34" charset="0"/>
              <a:buChar char="§"/>
            </a:pPr>
            <a:r>
              <a:rPr lang="en-US" sz="1900">
                <a:solidFill>
                  <a:schemeClr val="bg1"/>
                </a:solidFill>
                <a:latin typeface="Baskerville Old Face"/>
                <a:cs typeface="Times New Roman"/>
              </a:rPr>
              <a:t>Compromised multiple federal agencies and private sector organizations</a:t>
            </a:r>
          </a:p>
          <a:p>
            <a:pPr>
              <a:buFont typeface="Wingdings" panose="020B0604020202020204" pitchFamily="34" charset="0"/>
              <a:buChar char="§"/>
            </a:pPr>
            <a:r>
              <a:rPr lang="en-US" sz="1900">
                <a:solidFill>
                  <a:schemeClr val="bg1"/>
                </a:solidFill>
                <a:latin typeface="Baskerville Old Face"/>
                <a:cs typeface="Times New Roman"/>
              </a:rPr>
              <a:t>Russian attackers infiltrated SolarWinds’ Orion platform by inserting a backdoor into a software update and used a supply chain attack</a:t>
            </a:r>
          </a:p>
          <a:p>
            <a:pPr>
              <a:buFont typeface="Wingdings" panose="020B0604020202020204" pitchFamily="34" charset="0"/>
              <a:buChar char="§"/>
            </a:pPr>
            <a:r>
              <a:rPr lang="en-US" sz="1900">
                <a:solidFill>
                  <a:schemeClr val="bg1"/>
                </a:solidFill>
                <a:latin typeface="Baskerville Old Face"/>
                <a:cs typeface="Times New Roman"/>
              </a:rPr>
              <a:t>This malware remained dormant for around 2 weeks before establishing communication with command-and-control servers</a:t>
            </a:r>
          </a:p>
          <a:p>
            <a:pPr lvl="1">
              <a:buFont typeface="Wingdings" panose="020B0604020202020204" pitchFamily="34" charset="0"/>
              <a:buChar char="§"/>
            </a:pPr>
            <a:r>
              <a:rPr lang="en-US" sz="1500">
                <a:solidFill>
                  <a:schemeClr val="bg1"/>
                </a:solidFill>
                <a:latin typeface="Baskerville Old Face"/>
                <a:cs typeface="Times New Roman"/>
              </a:rPr>
              <a:t>Allowed attackers to extract sensitive data without immediate detection and remain inside systems for nine months on thousands of networks</a:t>
            </a:r>
          </a:p>
        </p:txBody>
      </p:sp>
    </p:spTree>
    <p:extLst>
      <p:ext uri="{BB962C8B-B14F-4D97-AF65-F5344CB8AC3E}">
        <p14:creationId xmlns:p14="http://schemas.microsoft.com/office/powerpoint/2010/main" val="89921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04E4C-5F8F-6E5C-ED07-192910305114}"/>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Cyber Criminals</a:t>
            </a:r>
            <a:endParaRPr lang="en-US"/>
          </a:p>
        </p:txBody>
      </p:sp>
      <p:sp>
        <p:nvSpPr>
          <p:cNvPr id="3" name="Content Placeholder 2">
            <a:extLst>
              <a:ext uri="{FF2B5EF4-FFF2-40B4-BE49-F238E27FC236}">
                <a16:creationId xmlns:a16="http://schemas.microsoft.com/office/drawing/2014/main" id="{ED8C0F8B-6291-B578-53E3-68FCA75E0AA0}"/>
              </a:ext>
            </a:extLst>
          </p:cNvPr>
          <p:cNvSpPr>
            <a:spLocks noGrp="1"/>
          </p:cNvSpPr>
          <p:nvPr>
            <p:ph idx="1"/>
          </p:nvPr>
        </p:nvSpPr>
        <p:spPr>
          <a:xfrm>
            <a:off x="1497980" y="1825625"/>
            <a:ext cx="3899210" cy="4351338"/>
          </a:xfrm>
          <a:ln>
            <a:solidFill>
              <a:srgbClr val="0B1C2C"/>
            </a:solidFill>
          </a:ln>
        </p:spPr>
        <p:txBody>
          <a:bodyPr vert="horz" lIns="91440" tIns="45720" rIns="91440" bIns="45720" rtlCol="0" anchor="t">
            <a:noAutofit/>
          </a:bodyPr>
          <a:lstStyle/>
          <a:p>
            <a:pPr>
              <a:buFont typeface="Wingdings" panose="020B0604020202020204" pitchFamily="34" charset="0"/>
              <a:buChar char="§"/>
            </a:pPr>
            <a:r>
              <a:rPr lang="en-US" sz="1600">
                <a:solidFill>
                  <a:schemeClr val="bg1"/>
                </a:solidFill>
                <a:latin typeface="Baskerville Old Face"/>
                <a:cs typeface="Times New Roman"/>
              </a:rPr>
              <a:t>Law enforcement is overwhelmed, overworked, understaffed, and underpaid.</a:t>
            </a:r>
          </a:p>
          <a:p>
            <a:pPr lvl="1">
              <a:buFont typeface="Courier New" panose="020B0604020202020204" pitchFamily="34" charset="0"/>
              <a:buChar char="o"/>
            </a:pPr>
            <a:r>
              <a:rPr lang="en-US" sz="1600">
                <a:solidFill>
                  <a:schemeClr val="bg1"/>
                </a:solidFill>
                <a:latin typeface="Baskerville Old Face"/>
                <a:cs typeface="Times New Roman"/>
              </a:rPr>
              <a:t>They do not have the proper resources needed to protect the community and private data</a:t>
            </a:r>
            <a:endParaRPr lang="en-US" sz="1600">
              <a:solidFill>
                <a:schemeClr val="bg1"/>
              </a:solidFill>
              <a:latin typeface="Baskerville Old Face"/>
            </a:endParaRPr>
          </a:p>
          <a:p>
            <a:pPr>
              <a:buFont typeface="Wingdings" panose="020B0604020202020204" pitchFamily="34" charset="0"/>
              <a:buChar char="§"/>
            </a:pPr>
            <a:r>
              <a:rPr lang="en-US" sz="1600">
                <a:solidFill>
                  <a:schemeClr val="bg1"/>
                </a:solidFill>
                <a:latin typeface="Baskerville Old Face"/>
                <a:cs typeface="Times New Roman"/>
              </a:rPr>
              <a:t>“... law enforcement cannot prevent foreign actors from exploiting the same backdoor—now a vulnerability—to steal information.” [19]</a:t>
            </a:r>
            <a:endParaRPr lang="en-US" sz="1600">
              <a:solidFill>
                <a:schemeClr val="bg1"/>
              </a:solidFill>
              <a:latin typeface="Baskerville Old Face"/>
            </a:endParaRPr>
          </a:p>
          <a:p>
            <a:pPr>
              <a:buFont typeface="Wingdings" panose="020B0604020202020204" pitchFamily="34" charset="0"/>
              <a:buChar char="§"/>
            </a:pPr>
            <a:r>
              <a:rPr lang="en-US" sz="1600">
                <a:solidFill>
                  <a:schemeClr val="bg1"/>
                </a:solidFill>
                <a:latin typeface="Baskerville Old Face"/>
                <a:cs typeface="Times New Roman"/>
              </a:rPr>
              <a:t>Malicious actors and cyber criminals' prey on unsecure and secure data so it is crucial that guidelines written by organizations are followed.</a:t>
            </a:r>
          </a:p>
          <a:p>
            <a:pPr>
              <a:buFont typeface="Wingdings" panose="020B0604020202020204" pitchFamily="34" charset="0"/>
              <a:buChar char="§"/>
            </a:pPr>
            <a:r>
              <a:rPr lang="en-US" sz="1600">
                <a:solidFill>
                  <a:schemeClr val="bg1"/>
                </a:solidFill>
                <a:latin typeface="Baskerville Old Face"/>
                <a:cs typeface="Times New Roman"/>
              </a:rPr>
              <a:t>If there are not enough resources going into law enforcement to protect our data, then they should not have easy access to it. </a:t>
            </a:r>
            <a:endParaRPr lang="en-US">
              <a:solidFill>
                <a:schemeClr val="bg1"/>
              </a:solidFill>
            </a:endParaRPr>
          </a:p>
          <a:p>
            <a:pPr>
              <a:buFont typeface="Wingdings" panose="020B0604020202020204" pitchFamily="34" charset="0"/>
              <a:buChar char="§"/>
            </a:pPr>
            <a:endParaRPr lang="en-US" sz="1200">
              <a:latin typeface="Times New Roman"/>
              <a:cs typeface="Times New Roman"/>
            </a:endParaRPr>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p:txBody>
      </p:sp>
      <p:pic>
        <p:nvPicPr>
          <p:cNvPr id="4" name="Picture 3" descr="Picture">
            <a:extLst>
              <a:ext uri="{FF2B5EF4-FFF2-40B4-BE49-F238E27FC236}">
                <a16:creationId xmlns:a16="http://schemas.microsoft.com/office/drawing/2014/main" id="{D1E1E461-790C-874E-1EDC-4F0619E5433E}"/>
              </a:ext>
            </a:extLst>
          </p:cNvPr>
          <p:cNvPicPr>
            <a:picLocks noChangeAspect="1"/>
          </p:cNvPicPr>
          <p:nvPr/>
        </p:nvPicPr>
        <p:blipFill>
          <a:blip r:embed="rId2"/>
          <a:stretch>
            <a:fillRect/>
          </a:stretch>
        </p:blipFill>
        <p:spPr>
          <a:xfrm>
            <a:off x="6180588" y="1821365"/>
            <a:ext cx="5332092" cy="4822903"/>
          </a:xfrm>
          <a:prstGeom prst="rect">
            <a:avLst/>
          </a:prstGeom>
        </p:spPr>
      </p:pic>
    </p:spTree>
    <p:extLst>
      <p:ext uri="{BB962C8B-B14F-4D97-AF65-F5344CB8AC3E}">
        <p14:creationId xmlns:p14="http://schemas.microsoft.com/office/powerpoint/2010/main" val="2439863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EDE7-778C-2175-210C-83687418B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BD9EF-E11E-D263-7948-15E2D90BAEF3}"/>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Weakened System</a:t>
            </a:r>
            <a:endParaRPr lang="en-US"/>
          </a:p>
        </p:txBody>
      </p:sp>
      <p:sp>
        <p:nvSpPr>
          <p:cNvPr id="3" name="Content Placeholder 2">
            <a:extLst>
              <a:ext uri="{FF2B5EF4-FFF2-40B4-BE49-F238E27FC236}">
                <a16:creationId xmlns:a16="http://schemas.microsoft.com/office/drawing/2014/main" id="{F4DD5E89-4F69-FC34-6DFE-F633D6FEE3B7}"/>
              </a:ext>
            </a:extLst>
          </p:cNvPr>
          <p:cNvSpPr>
            <a:spLocks noGrp="1"/>
          </p:cNvSpPr>
          <p:nvPr>
            <p:ph idx="1"/>
          </p:nvPr>
        </p:nvSpPr>
        <p:spPr>
          <a:ln>
            <a:solidFill>
              <a:srgbClr val="0B1C2C"/>
            </a:solidFill>
          </a:ln>
        </p:spPr>
        <p:txBody>
          <a:bodyPr vert="horz" lIns="91440" tIns="45720" rIns="91440" bIns="45720" rtlCol="0" anchor="t">
            <a:normAutofit lnSpcReduction="10000"/>
          </a:bodyPr>
          <a:lstStyle/>
          <a:p>
            <a:pPr>
              <a:buFont typeface="Wingdings" panose="020B0604020202020204" pitchFamily="34" charset="0"/>
              <a:buChar char="§"/>
            </a:pPr>
            <a:r>
              <a:rPr lang="en-US" sz="2400">
                <a:solidFill>
                  <a:schemeClr val="bg1"/>
                </a:solidFill>
                <a:latin typeface="Baskerville Old Face"/>
                <a:cs typeface="Times New Roman"/>
              </a:rPr>
              <a:t>“...advocates of built-in backdoors either ignore or dismiss the fact that weakened encryption, at best, jeopardizes Americans’ privacy and, at worst, imperils national security. [19]</a:t>
            </a:r>
          </a:p>
          <a:p>
            <a:pPr>
              <a:buFont typeface="Wingdings" panose="020B0604020202020204" pitchFamily="34" charset="0"/>
              <a:buChar char="§"/>
            </a:pPr>
            <a:r>
              <a:rPr lang="en-US" sz="2400">
                <a:solidFill>
                  <a:schemeClr val="bg1"/>
                </a:solidFill>
                <a:latin typeface="Baskerville Old Face"/>
                <a:cs typeface="Times New Roman"/>
              </a:rPr>
              <a:t> No feasible way for cybersecurity professionals, federal employees, or law enforcement officers to properly monitor the backdoor to ensure it is safe against hackers.</a:t>
            </a:r>
          </a:p>
          <a:p>
            <a:pPr lvl="1">
              <a:buFont typeface="Wingdings" panose="020B0604020202020204" pitchFamily="34" charset="0"/>
              <a:buChar char="§"/>
            </a:pPr>
            <a:r>
              <a:rPr lang="en-US">
                <a:solidFill>
                  <a:schemeClr val="bg1"/>
                </a:solidFill>
                <a:latin typeface="Baskerville Old Face"/>
                <a:cs typeface="Times New Roman"/>
              </a:rPr>
              <a:t>Once a backdoor is created, it becomes a matter of time for nefarious actors to discover and exploit it</a:t>
            </a:r>
          </a:p>
          <a:p>
            <a:pPr>
              <a:buFont typeface="Wingdings" panose="020B0604020202020204" pitchFamily="34" charset="0"/>
              <a:buChar char="§"/>
            </a:pPr>
            <a:r>
              <a:rPr lang="en-US" sz="2400">
                <a:solidFill>
                  <a:schemeClr val="bg1"/>
                </a:solidFill>
                <a:latin typeface="Baskerville Old Face"/>
                <a:cs typeface="Times New Roman"/>
              </a:rPr>
              <a:t> Creating a backdoor </a:t>
            </a:r>
          </a:p>
          <a:p>
            <a:pPr lvl="1">
              <a:buFont typeface="Wingdings" panose="020B0604020202020204" pitchFamily="34" charset="0"/>
              <a:buChar char="§"/>
            </a:pPr>
            <a:r>
              <a:rPr lang="en-US">
                <a:solidFill>
                  <a:schemeClr val="bg1"/>
                </a:solidFill>
                <a:latin typeface="Baskerville Old Face"/>
                <a:cs typeface="Times New Roman"/>
              </a:rPr>
              <a:t>undermines the purpose of encryption</a:t>
            </a:r>
          </a:p>
          <a:p>
            <a:pPr lvl="1">
              <a:buFont typeface="Wingdings" panose="020B0604020202020204" pitchFamily="34" charset="0"/>
              <a:buChar char="§"/>
            </a:pPr>
            <a:r>
              <a:rPr lang="en-US">
                <a:solidFill>
                  <a:schemeClr val="bg1"/>
                </a:solidFill>
                <a:latin typeface="Baskerville Old Face"/>
                <a:cs typeface="Times New Roman"/>
              </a:rPr>
              <a:t>Opens the flood gates to exploitation which would put both individual privacy and national security at unprecedented risk.</a:t>
            </a:r>
            <a:endParaRPr lang="en-US">
              <a:solidFill>
                <a:schemeClr val="bg1"/>
              </a:solidFill>
              <a:latin typeface="Baskerville Old Face"/>
            </a:endParaRPr>
          </a:p>
          <a:p>
            <a:pPr>
              <a:buFont typeface="Wingdings" panose="020B0604020202020204" pitchFamily="34" charset="0"/>
              <a:buChar char="§"/>
            </a:pPr>
            <a:endParaRPr lang="en-US">
              <a:solidFill>
                <a:srgbClr val="000000"/>
              </a:solidFill>
              <a:latin typeface="Aptos" panose="020B0004020202020204"/>
              <a:cs typeface="Times New Roman"/>
            </a:endParaRPr>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a:p>
            <a:pPr>
              <a:buFont typeface="Wingdings" panose="020B0604020202020204" pitchFamily="34" charset="0"/>
              <a:buChar char="§"/>
            </a:pPr>
            <a:endParaRPr lang="en-US"/>
          </a:p>
        </p:txBody>
      </p:sp>
    </p:spTree>
    <p:extLst>
      <p:ext uri="{BB962C8B-B14F-4D97-AF65-F5344CB8AC3E}">
        <p14:creationId xmlns:p14="http://schemas.microsoft.com/office/powerpoint/2010/main" val="2224220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013CD-C1B5-6D16-653E-65BD8CF3B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C58F8-074F-5688-9A5F-B31FBEA552A6}"/>
              </a:ext>
            </a:extLst>
          </p:cNvPr>
          <p:cNvSpPr>
            <a:spLocks noGrp="1"/>
          </p:cNvSpPr>
          <p:nvPr>
            <p:ph type="title"/>
          </p:nvPr>
        </p:nvSpPr>
        <p:spPr>
          <a:solidFill>
            <a:schemeClr val="tx2">
              <a:lumMod val="90000"/>
              <a:lumOff val="10000"/>
            </a:schemeClr>
          </a:solidFill>
        </p:spPr>
        <p:txBody>
          <a:bodyPr>
            <a:normAutofit/>
          </a:bodyPr>
          <a:lstStyle/>
          <a:p>
            <a:r>
              <a:rPr lang="en-US">
                <a:solidFill>
                  <a:schemeClr val="bg1"/>
                </a:solidFill>
                <a:latin typeface="Century Schoolbook"/>
              </a:rPr>
              <a:t>Discussion &amp; Implications</a:t>
            </a:r>
            <a:endParaRPr lang="en-US">
              <a:solidFill>
                <a:srgbClr val="000000"/>
              </a:solidFill>
              <a:latin typeface="Century Schoolbook"/>
            </a:endParaRPr>
          </a:p>
        </p:txBody>
      </p:sp>
      <p:sp>
        <p:nvSpPr>
          <p:cNvPr id="3" name="Content Placeholder 2">
            <a:extLst>
              <a:ext uri="{FF2B5EF4-FFF2-40B4-BE49-F238E27FC236}">
                <a16:creationId xmlns:a16="http://schemas.microsoft.com/office/drawing/2014/main" id="{8AE58E5A-2F99-CA3B-B8E6-A456A4BC4CED}"/>
              </a:ext>
            </a:extLst>
          </p:cNvPr>
          <p:cNvSpPr>
            <a:spLocks noGrp="1"/>
          </p:cNvSpPr>
          <p:nvPr>
            <p:ph idx="1"/>
          </p:nvPr>
        </p:nvSpPr>
        <p:spPr>
          <a:xfrm>
            <a:off x="3049858" y="1937137"/>
            <a:ext cx="5897138" cy="4351338"/>
          </a:xfrm>
          <a:noFill/>
          <a:ln w="12700">
            <a:solidFill>
              <a:srgbClr val="0B1C2C"/>
            </a:solidFill>
          </a:ln>
        </p:spPr>
        <p:txBody>
          <a:bodyPr vert="horz" lIns="91440" tIns="45720" rIns="91440" bIns="45720" rtlCol="0" anchor="t">
            <a:noAutofit/>
          </a:bodyPr>
          <a:lstStyle/>
          <a:p>
            <a:pPr>
              <a:buFont typeface="Wingdings" panose="020B0604020202020204" pitchFamily="34" charset="0"/>
              <a:buChar char="§"/>
            </a:pPr>
            <a:r>
              <a:rPr lang="en-US" sz="2400">
                <a:solidFill>
                  <a:schemeClr val="bg1"/>
                </a:solidFill>
                <a:latin typeface="Baskerville Old Face"/>
                <a:cs typeface="Times New Roman"/>
              </a:rPr>
              <a:t>Government-imposed vulnerabilities in encryption systems risk</a:t>
            </a:r>
            <a:endParaRPr lang="en-US">
              <a:solidFill>
                <a:schemeClr val="bg1"/>
              </a:solidFill>
              <a:latin typeface="Aptos" panose="020B0004020202020204"/>
              <a:cs typeface="Times New Roman"/>
            </a:endParaRPr>
          </a:p>
          <a:p>
            <a:pPr lvl="1">
              <a:buFont typeface="Wingdings" panose="020B0604020202020204" pitchFamily="34" charset="0"/>
              <a:buChar char="§"/>
            </a:pPr>
            <a:r>
              <a:rPr lang="en-US" sz="2000">
                <a:solidFill>
                  <a:schemeClr val="bg1"/>
                </a:solidFill>
                <a:latin typeface="Baskerville Old Face"/>
                <a:cs typeface="Times New Roman"/>
              </a:rPr>
              <a:t>Loss of trust from public</a:t>
            </a:r>
          </a:p>
          <a:p>
            <a:pPr lvl="1">
              <a:buFont typeface="Wingdings" panose="020B0604020202020204" pitchFamily="34" charset="0"/>
              <a:buChar char="§"/>
            </a:pPr>
            <a:r>
              <a:rPr lang="en-US" sz="2000">
                <a:solidFill>
                  <a:schemeClr val="bg1"/>
                </a:solidFill>
                <a:latin typeface="Baskerville Old Face"/>
                <a:cs typeface="Times New Roman"/>
              </a:rPr>
              <a:t>Enables unchecked surveillance</a:t>
            </a:r>
          </a:p>
          <a:p>
            <a:pPr lvl="1">
              <a:buFont typeface="Wingdings" panose="020B0604020202020204" pitchFamily="34" charset="0"/>
              <a:buChar char="§"/>
            </a:pPr>
            <a:r>
              <a:rPr lang="en-US" sz="2000">
                <a:solidFill>
                  <a:schemeClr val="bg1"/>
                </a:solidFill>
                <a:latin typeface="Baskerville Old Face"/>
                <a:cs typeface="Times New Roman"/>
              </a:rPr>
              <a:t>Unenforceable across boarders</a:t>
            </a:r>
          </a:p>
          <a:p>
            <a:pPr>
              <a:buFont typeface="Wingdings" panose="020B0604020202020204" pitchFamily="34" charset="0"/>
              <a:buChar char="§"/>
            </a:pPr>
            <a:r>
              <a:rPr lang="en-US" sz="2400">
                <a:solidFill>
                  <a:schemeClr val="bg1"/>
                </a:solidFill>
                <a:latin typeface="Baskerville Old Face"/>
                <a:cs typeface="Times New Roman"/>
              </a:rPr>
              <a:t>A sound national cryptography policy must balance the competing demands of public safety, privacy, and global security leadership</a:t>
            </a:r>
          </a:p>
          <a:p>
            <a:pPr lvl="1">
              <a:buFont typeface="Wingdings" panose="020B0604020202020204" pitchFamily="34" charset="0"/>
              <a:buChar char="§"/>
            </a:pPr>
            <a:r>
              <a:rPr lang="en-US">
                <a:solidFill>
                  <a:schemeClr val="bg1"/>
                </a:solidFill>
                <a:latin typeface="Baskerville Old Face"/>
                <a:cs typeface="Times New Roman"/>
              </a:rPr>
              <a:t>Supporting the broad, secure use of encryption to defend against both domestic and foreign threats. </a:t>
            </a:r>
            <a:endParaRPr lang="en-US">
              <a:solidFill>
                <a:schemeClr val="bg1"/>
              </a:solidFill>
              <a:latin typeface="Baskerville Old Face"/>
            </a:endParaRPr>
          </a:p>
          <a:p>
            <a:pPr marL="0" indent="0">
              <a:buNone/>
            </a:pPr>
            <a:r>
              <a:rPr lang="en-US" sz="1600">
                <a:solidFill>
                  <a:schemeClr val="bg1"/>
                </a:solidFill>
                <a:latin typeface="Baskerville Old Face"/>
                <a:cs typeface="Times New Roman"/>
              </a:rPr>
              <a:t> </a:t>
            </a:r>
          </a:p>
        </p:txBody>
      </p:sp>
    </p:spTree>
    <p:extLst>
      <p:ext uri="{BB962C8B-B14F-4D97-AF65-F5344CB8AC3E}">
        <p14:creationId xmlns:p14="http://schemas.microsoft.com/office/powerpoint/2010/main" val="1063491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1D724-C515-C6C2-A59E-6A9CE48A9E2A}"/>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Untrusting Public</a:t>
            </a:r>
          </a:p>
        </p:txBody>
      </p:sp>
      <p:sp>
        <p:nvSpPr>
          <p:cNvPr id="3" name="Content Placeholder 2">
            <a:extLst>
              <a:ext uri="{FF2B5EF4-FFF2-40B4-BE49-F238E27FC236}">
                <a16:creationId xmlns:a16="http://schemas.microsoft.com/office/drawing/2014/main" id="{1771DB3D-CADB-9ADA-08E0-23CB35716E85}"/>
              </a:ext>
            </a:extLst>
          </p:cNvPr>
          <p:cNvSpPr>
            <a:spLocks noGrp="1"/>
          </p:cNvSpPr>
          <p:nvPr>
            <p:ph sz="half" idx="1"/>
          </p:nvPr>
        </p:nvSpPr>
        <p:spPr>
          <a:ln>
            <a:solidFill>
              <a:srgbClr val="0B1C2C"/>
            </a:solidFill>
          </a:ln>
        </p:spPr>
        <p:txBody>
          <a:bodyPr vert="horz" lIns="91440" tIns="45720" rIns="91440" bIns="45720" rtlCol="0" anchor="t">
            <a:normAutofit/>
          </a:bodyPr>
          <a:lstStyle/>
          <a:p>
            <a:r>
              <a:rPr lang="en-US" sz="2400">
                <a:solidFill>
                  <a:schemeClr val="bg1"/>
                </a:solidFill>
                <a:latin typeface="Baskerville Old Face"/>
                <a:cs typeface="Times New Roman"/>
              </a:rPr>
              <a:t>“The rise of digital authoritarianism and the increasing sophistication of surveillance technologies pose substantial threats to democratic values and individual privacy.” [18] </a:t>
            </a:r>
          </a:p>
          <a:p>
            <a:r>
              <a:rPr lang="en-US" sz="2400">
                <a:solidFill>
                  <a:schemeClr val="bg1"/>
                </a:solidFill>
                <a:latin typeface="Baskerville Old Face"/>
                <a:cs typeface="Times New Roman"/>
              </a:rPr>
              <a:t> fundamental right to privacy as well as a constitutional right to freedom of speech</a:t>
            </a:r>
          </a:p>
          <a:p>
            <a:pPr lvl="1">
              <a:buFont typeface="Courier New" panose="020B0604020202020204" pitchFamily="34" charset="0"/>
              <a:buChar char="o"/>
            </a:pPr>
            <a:r>
              <a:rPr lang="en-US">
                <a:solidFill>
                  <a:schemeClr val="bg1"/>
                </a:solidFill>
                <a:latin typeface="Baskerville Old Face"/>
                <a:cs typeface="Times New Roman"/>
              </a:rPr>
              <a:t>Backdoor risks</a:t>
            </a:r>
          </a:p>
          <a:p>
            <a:pPr lvl="2">
              <a:buFont typeface="Wingdings" panose="020B0604020202020204" pitchFamily="34" charset="0"/>
              <a:buChar char="§"/>
            </a:pPr>
            <a:r>
              <a:rPr lang="en-US" sz="2400">
                <a:solidFill>
                  <a:schemeClr val="bg1"/>
                </a:solidFill>
                <a:latin typeface="Baskerville Old Face"/>
                <a:cs typeface="Times New Roman"/>
              </a:rPr>
              <a:t>Violation of their privacy</a:t>
            </a:r>
          </a:p>
          <a:p>
            <a:pPr lvl="2">
              <a:buFont typeface="Wingdings" panose="020B0604020202020204" pitchFamily="34" charset="0"/>
              <a:buChar char="§"/>
            </a:pPr>
            <a:r>
              <a:rPr lang="en-US" sz="2400">
                <a:solidFill>
                  <a:schemeClr val="bg1"/>
                </a:solidFill>
                <a:latin typeface="Baskerville Old Face"/>
                <a:cs typeface="Times New Roman"/>
              </a:rPr>
              <a:t>Fourth amendment right</a:t>
            </a:r>
          </a:p>
          <a:p>
            <a:endParaRPr lang="en-US">
              <a:cs typeface="Times New Roman"/>
            </a:endParaRPr>
          </a:p>
          <a:p>
            <a:endParaRPr lang="en-US"/>
          </a:p>
          <a:p>
            <a:endParaRPr lang="en-US"/>
          </a:p>
          <a:p>
            <a:endParaRPr lang="en-US"/>
          </a:p>
          <a:p>
            <a:endParaRPr lang="en-US"/>
          </a:p>
          <a:p>
            <a:endParaRPr lang="en-US"/>
          </a:p>
          <a:p>
            <a:endParaRPr lang="en-US"/>
          </a:p>
          <a:p>
            <a:endParaRPr lang="en-US"/>
          </a:p>
        </p:txBody>
      </p:sp>
      <p:sp>
        <p:nvSpPr>
          <p:cNvPr id="4" name="Content Placeholder 3">
            <a:extLst>
              <a:ext uri="{FF2B5EF4-FFF2-40B4-BE49-F238E27FC236}">
                <a16:creationId xmlns:a16="http://schemas.microsoft.com/office/drawing/2014/main" id="{10BC1EAC-1407-C448-E769-4A88DE1B02B7}"/>
              </a:ext>
            </a:extLst>
          </p:cNvPr>
          <p:cNvSpPr>
            <a:spLocks noGrp="1"/>
          </p:cNvSpPr>
          <p:nvPr>
            <p:ph sz="half" idx="2"/>
          </p:nvPr>
        </p:nvSpPr>
        <p:spPr>
          <a:xfrm>
            <a:off x="6172200" y="1825625"/>
            <a:ext cx="5181600" cy="4351338"/>
          </a:xfrm>
          <a:ln>
            <a:solidFill>
              <a:srgbClr val="0B1C2C"/>
            </a:solidFill>
          </a:ln>
        </p:spPr>
        <p:txBody>
          <a:bodyPr vert="horz" lIns="91440" tIns="45720" rIns="91440" bIns="45720" rtlCol="0" anchor="t">
            <a:noAutofit/>
          </a:bodyPr>
          <a:lstStyle/>
          <a:p>
            <a:pPr marL="0" indent="0" algn="ctr">
              <a:buNone/>
            </a:pPr>
            <a:r>
              <a:rPr lang="en-US" sz="2000" b="1">
                <a:solidFill>
                  <a:schemeClr val="bg1"/>
                </a:solidFill>
                <a:latin typeface="Baskerville Old Face"/>
              </a:rPr>
              <a:t>NSA Warrantless Search Program</a:t>
            </a:r>
          </a:p>
          <a:p>
            <a:pPr>
              <a:buFont typeface="Wingdings" panose="020B0604020202020204" pitchFamily="34" charset="0"/>
              <a:buChar char="§"/>
            </a:pPr>
            <a:r>
              <a:rPr lang="en-US" sz="1800">
                <a:solidFill>
                  <a:schemeClr val="bg1"/>
                </a:solidFill>
                <a:latin typeface="Baskerville Old Face"/>
              </a:rPr>
              <a:t>Following 9/11, </a:t>
            </a:r>
            <a:r>
              <a:rPr lang="en-US" sz="1800">
                <a:solidFill>
                  <a:schemeClr val="bg1"/>
                </a:solidFill>
                <a:latin typeface="Baskerville Old Face"/>
                <a:cs typeface="Times New Roman"/>
              </a:rPr>
              <a:t>U.S. government launched the Terrorist Surveillance Program</a:t>
            </a:r>
          </a:p>
          <a:p>
            <a:pPr lvl="1">
              <a:buFont typeface="Courier New" panose="020B0604020202020204" pitchFamily="34" charset="0"/>
              <a:buChar char="o"/>
            </a:pPr>
            <a:r>
              <a:rPr lang="en-US" sz="1400">
                <a:solidFill>
                  <a:schemeClr val="bg1"/>
                </a:solidFill>
                <a:latin typeface="Baskerville Old Face"/>
                <a:cs typeface="Times New Roman"/>
              </a:rPr>
              <a:t>Authorized the NSA to monitor communications involving individuals located outside the United States without obtaining a warrant </a:t>
            </a:r>
            <a:endParaRPr lang="en-US" sz="2800">
              <a:solidFill>
                <a:schemeClr val="bg1"/>
              </a:solidFill>
            </a:endParaRPr>
          </a:p>
          <a:p>
            <a:pPr>
              <a:buFont typeface="Wingdings" panose="020B0604020202020204" pitchFamily="34" charset="0"/>
              <a:buChar char="§"/>
            </a:pPr>
            <a:r>
              <a:rPr lang="en-US" sz="1800">
                <a:solidFill>
                  <a:schemeClr val="bg1"/>
                </a:solidFill>
                <a:latin typeface="Baskerville Old Face"/>
                <a:cs typeface="Times New Roman"/>
              </a:rPr>
              <a:t>This program collected metadata from all forms of communications</a:t>
            </a:r>
          </a:p>
          <a:p>
            <a:pPr lvl="1">
              <a:buFont typeface="Courier New" panose="020B0604020202020204" pitchFamily="34" charset="0"/>
              <a:buChar char="o"/>
            </a:pPr>
            <a:r>
              <a:rPr lang="en-US" sz="1400">
                <a:solidFill>
                  <a:schemeClr val="bg1"/>
                </a:solidFill>
                <a:latin typeface="Baskerville Old Face"/>
                <a:cs typeface="Times New Roman"/>
              </a:rPr>
              <a:t>Even when individuals had NO ties to terrorism</a:t>
            </a:r>
          </a:p>
          <a:p>
            <a:pPr>
              <a:buFont typeface="Wingdings" panose="020B0604020202020204" pitchFamily="34" charset="0"/>
              <a:buChar char="§"/>
            </a:pPr>
            <a:r>
              <a:rPr lang="en-US" sz="1800">
                <a:solidFill>
                  <a:schemeClr val="bg1"/>
                </a:solidFill>
                <a:latin typeface="Baskerville Old Face"/>
                <a:cs typeface="Times New Roman"/>
              </a:rPr>
              <a:t>This was a massive issue because it</a:t>
            </a:r>
          </a:p>
          <a:p>
            <a:pPr lvl="1">
              <a:buFont typeface="Courier New" panose="020B0604020202020204" pitchFamily="34" charset="0"/>
              <a:buChar char="o"/>
            </a:pPr>
            <a:r>
              <a:rPr lang="en-US" sz="1400">
                <a:solidFill>
                  <a:schemeClr val="bg1"/>
                </a:solidFill>
                <a:latin typeface="Baskerville Old Face"/>
                <a:cs typeface="Times New Roman"/>
              </a:rPr>
              <a:t>Violation of the 4th amendment</a:t>
            </a:r>
          </a:p>
          <a:p>
            <a:pPr lvl="1">
              <a:buFont typeface="Courier New" panose="020B0604020202020204" pitchFamily="34" charset="0"/>
              <a:buChar char="o"/>
            </a:pPr>
            <a:r>
              <a:rPr lang="en-US" sz="1400">
                <a:solidFill>
                  <a:schemeClr val="bg1"/>
                </a:solidFill>
                <a:latin typeface="Baskerville Old Face"/>
                <a:cs typeface="Times New Roman"/>
              </a:rPr>
              <a:t>Lack of transparency and oversight</a:t>
            </a:r>
          </a:p>
          <a:p>
            <a:pPr lvl="1">
              <a:buFont typeface="Courier New" panose="020B0604020202020204" pitchFamily="34" charset="0"/>
              <a:buChar char="o"/>
            </a:pPr>
            <a:r>
              <a:rPr lang="en-US" sz="1400">
                <a:solidFill>
                  <a:schemeClr val="bg1"/>
                </a:solidFill>
                <a:latin typeface="Baskerville Old Face"/>
                <a:cs typeface="Times New Roman"/>
              </a:rPr>
              <a:t>Overreach and mass data collection</a:t>
            </a:r>
          </a:p>
          <a:p>
            <a:pPr lvl="1">
              <a:buFont typeface="Courier New" panose="020B0604020202020204" pitchFamily="34" charset="0"/>
              <a:buChar char="o"/>
            </a:pPr>
            <a:r>
              <a:rPr lang="en-US" sz="1400">
                <a:solidFill>
                  <a:schemeClr val="bg1"/>
                </a:solidFill>
                <a:latin typeface="Baskerville Old Face"/>
                <a:cs typeface="Times New Roman"/>
              </a:rPr>
              <a:t>Legal and ethical backlash</a:t>
            </a:r>
          </a:p>
          <a:p>
            <a:pPr lvl="1">
              <a:buFont typeface="Courier New" panose="020B0604020202020204" pitchFamily="34" charset="0"/>
              <a:buChar char="o"/>
            </a:pPr>
            <a:r>
              <a:rPr lang="en-US" sz="1400">
                <a:solidFill>
                  <a:schemeClr val="bg1"/>
                </a:solidFill>
                <a:latin typeface="Baskerville Old Face"/>
                <a:cs typeface="Times New Roman"/>
              </a:rPr>
              <a:t>Massive impact on public trust</a:t>
            </a:r>
          </a:p>
        </p:txBody>
      </p:sp>
    </p:spTree>
    <p:extLst>
      <p:ext uri="{BB962C8B-B14F-4D97-AF65-F5344CB8AC3E}">
        <p14:creationId xmlns:p14="http://schemas.microsoft.com/office/powerpoint/2010/main" val="364148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D0F04-D88E-461F-C2F3-1CB519F0DD34}"/>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Unchecked Surveillance</a:t>
            </a:r>
          </a:p>
        </p:txBody>
      </p:sp>
      <p:sp>
        <p:nvSpPr>
          <p:cNvPr id="3" name="Content Placeholder 2">
            <a:extLst>
              <a:ext uri="{FF2B5EF4-FFF2-40B4-BE49-F238E27FC236}">
                <a16:creationId xmlns:a16="http://schemas.microsoft.com/office/drawing/2014/main" id="{F04E6DB3-E8F5-DFEC-1DD4-268E587805D3}"/>
              </a:ext>
            </a:extLst>
          </p:cNvPr>
          <p:cNvSpPr>
            <a:spLocks noGrp="1"/>
          </p:cNvSpPr>
          <p:nvPr>
            <p:ph idx="1"/>
          </p:nvPr>
        </p:nvSpPr>
        <p:spPr>
          <a:ln>
            <a:solidFill>
              <a:srgbClr val="0B1C2C"/>
            </a:solidFill>
          </a:ln>
        </p:spPr>
        <p:txBody>
          <a:bodyPr vert="horz" lIns="91440" tIns="45720" rIns="91440" bIns="45720" rtlCol="0" anchor="t">
            <a:normAutofit/>
          </a:bodyPr>
          <a:lstStyle/>
          <a:p>
            <a:pPr>
              <a:buFont typeface="Wingdings" panose="020B0604020202020204" pitchFamily="34" charset="0"/>
              <a:buChar char="§"/>
            </a:pPr>
            <a:r>
              <a:rPr lang="en-US">
                <a:solidFill>
                  <a:schemeClr val="bg1"/>
                </a:solidFill>
                <a:latin typeface="Baskerville Old Face"/>
              </a:rPr>
              <a:t>2013 NSA Information Leak</a:t>
            </a:r>
          </a:p>
          <a:p>
            <a:pPr lvl="1">
              <a:buFont typeface="Courier New" panose="020B0604020202020204" pitchFamily="34" charset="0"/>
              <a:buChar char="o"/>
            </a:pPr>
            <a:r>
              <a:rPr lang="en-US">
                <a:solidFill>
                  <a:schemeClr val="bg1"/>
                </a:solidFill>
                <a:latin typeface="Baskerville Old Face"/>
              </a:rPr>
              <a:t>NSA was collecting millions of records from Americans</a:t>
            </a:r>
          </a:p>
          <a:p>
            <a:pPr lvl="1">
              <a:buFont typeface="Courier New" panose="020B0604020202020204" pitchFamily="34" charset="0"/>
              <a:buChar char="o"/>
            </a:pPr>
            <a:r>
              <a:rPr lang="en-US">
                <a:solidFill>
                  <a:schemeClr val="bg1"/>
                </a:solidFill>
                <a:latin typeface="Baskerville Old Face"/>
              </a:rPr>
              <a:t>Gained direct access to serves of nine major internet companies including </a:t>
            </a:r>
          </a:p>
          <a:p>
            <a:pPr lvl="2">
              <a:buFont typeface="Wingdings" panose="020B0604020202020204" pitchFamily="34" charset="0"/>
              <a:buChar char="§"/>
            </a:pPr>
            <a:r>
              <a:rPr lang="en-US">
                <a:solidFill>
                  <a:schemeClr val="bg1"/>
                </a:solidFill>
                <a:latin typeface="Baskerville Old Face"/>
              </a:rPr>
              <a:t>Facebook, google, Microsoft</a:t>
            </a:r>
          </a:p>
          <a:p>
            <a:pPr lvl="1">
              <a:buFont typeface="Courier New" panose="020B0604020202020204" pitchFamily="34" charset="0"/>
              <a:buChar char="o"/>
            </a:pPr>
            <a:r>
              <a:rPr lang="en-US">
                <a:solidFill>
                  <a:schemeClr val="bg1"/>
                </a:solidFill>
                <a:latin typeface="Baskerville Old Face"/>
              </a:rPr>
              <a:t>Conducted 61,000 hacking operations globally</a:t>
            </a:r>
          </a:p>
          <a:p>
            <a:pPr>
              <a:buFont typeface="Wingdings" panose="020B0604020202020204" pitchFamily="34" charset="0"/>
              <a:buChar char="§"/>
            </a:pPr>
            <a:r>
              <a:rPr lang="en-US">
                <a:solidFill>
                  <a:schemeClr val="bg1"/>
                </a:solidFill>
                <a:latin typeface="Baskerville Old Face"/>
              </a:rPr>
              <a:t>Edward Snowden leaked this information</a:t>
            </a:r>
          </a:p>
          <a:p>
            <a:pPr lvl="1">
              <a:buFont typeface="Courier New" panose="020B0604020202020204" pitchFamily="34" charset="0"/>
              <a:buChar char="o"/>
            </a:pPr>
            <a:r>
              <a:rPr lang="en-US">
                <a:solidFill>
                  <a:schemeClr val="bg1"/>
                </a:solidFill>
                <a:latin typeface="Baskerville Old Face"/>
              </a:rPr>
              <a:t>Currently resides in Russia where he is granted asylum</a:t>
            </a:r>
          </a:p>
          <a:p>
            <a:pPr>
              <a:buFont typeface="Wingdings" panose="020B0604020202020204" pitchFamily="34" charset="0"/>
              <a:buChar char="§"/>
            </a:pPr>
            <a:r>
              <a:rPr lang="en-US">
                <a:solidFill>
                  <a:schemeClr val="bg1"/>
                </a:solidFill>
                <a:latin typeface="Baskerville Old Face"/>
                <a:cs typeface="Times New Roman"/>
              </a:rPr>
              <a:t>Illustrates that even without a legally mandated backdoor, the government has engaged in widespread surveillance practices, raising serious concerns about its ability to safeguard personal data.</a:t>
            </a:r>
          </a:p>
          <a:p>
            <a:pPr>
              <a:buFont typeface="Wingdings" panose="020B0604020202020204" pitchFamily="34" charset="0"/>
              <a:buChar char="§"/>
            </a:pPr>
            <a:endParaRPr lang="en-US"/>
          </a:p>
          <a:p>
            <a:pPr>
              <a:buFont typeface="Wingdings" panose="020B0604020202020204" pitchFamily="34" charset="0"/>
              <a:buChar char="§"/>
            </a:pPr>
            <a:endParaRPr lang="en-US"/>
          </a:p>
        </p:txBody>
      </p:sp>
    </p:spTree>
    <p:extLst>
      <p:ext uri="{BB962C8B-B14F-4D97-AF65-F5344CB8AC3E}">
        <p14:creationId xmlns:p14="http://schemas.microsoft.com/office/powerpoint/2010/main" val="167911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36F8-1A43-3C42-D522-12B6A7EFA1E4}"/>
              </a:ext>
            </a:extLst>
          </p:cNvPr>
          <p:cNvSpPr>
            <a:spLocks noGrp="1"/>
          </p:cNvSpPr>
          <p:nvPr>
            <p:ph type="title"/>
          </p:nvPr>
        </p:nvSpPr>
        <p:spPr>
          <a:solidFill>
            <a:schemeClr val="tx2">
              <a:lumMod val="90000"/>
              <a:lumOff val="10000"/>
            </a:schemeClr>
          </a:solidFill>
        </p:spPr>
        <p:txBody>
          <a:bodyPr/>
          <a:lstStyle/>
          <a:p>
            <a:pPr algn="ctr"/>
            <a:r>
              <a:rPr lang="en-US">
                <a:solidFill>
                  <a:schemeClr val="bg1"/>
                </a:solidFill>
              </a:rPr>
              <a:t>Unenforceability Across Boarders</a:t>
            </a:r>
            <a:endParaRPr lang="en-US"/>
          </a:p>
        </p:txBody>
      </p:sp>
      <p:sp>
        <p:nvSpPr>
          <p:cNvPr id="3" name="Content Placeholder 2">
            <a:extLst>
              <a:ext uri="{FF2B5EF4-FFF2-40B4-BE49-F238E27FC236}">
                <a16:creationId xmlns:a16="http://schemas.microsoft.com/office/drawing/2014/main" id="{FC5DB0CA-3C9A-F1F3-973B-AA56E6D64C35}"/>
              </a:ext>
            </a:extLst>
          </p:cNvPr>
          <p:cNvSpPr>
            <a:spLocks noGrp="1"/>
          </p:cNvSpPr>
          <p:nvPr>
            <p:ph idx="1"/>
          </p:nvPr>
        </p:nvSpPr>
        <p:spPr>
          <a:ln>
            <a:solidFill>
              <a:srgbClr val="0B1C2C"/>
            </a:solidFill>
          </a:ln>
        </p:spPr>
        <p:txBody>
          <a:bodyPr vert="horz" lIns="91440" tIns="45720" rIns="91440" bIns="45720" rtlCol="0" anchor="t">
            <a:normAutofit/>
          </a:bodyPr>
          <a:lstStyle/>
          <a:p>
            <a:pPr>
              <a:buFont typeface="Wingdings" panose="020B0604020202020204" pitchFamily="34" charset="0"/>
              <a:buChar char="§"/>
            </a:pPr>
            <a:r>
              <a:rPr lang="en-US" sz="1800">
                <a:solidFill>
                  <a:schemeClr val="bg1"/>
                </a:solidFill>
                <a:latin typeface="Baskerville Old Face"/>
                <a:cs typeface="Times New Roman"/>
              </a:rPr>
              <a:t>Cyber criminals and malicious actors can use foreign software and apps that do not comply with a country's backdoor law</a:t>
            </a:r>
          </a:p>
          <a:p>
            <a:pPr lvl="1">
              <a:buFont typeface="Wingdings" panose="020B0604020202020204" pitchFamily="34" charset="0"/>
              <a:buChar char="§"/>
            </a:pPr>
            <a:r>
              <a:rPr lang="en-US" sz="1800">
                <a:solidFill>
                  <a:schemeClr val="bg1"/>
                </a:solidFill>
                <a:latin typeface="Baskerville Old Face"/>
                <a:cs typeface="Times New Roman"/>
              </a:rPr>
              <a:t>Any laws mandating the inclusion of backdoors would not apply to encryption tools that are open-source or developed outside national jurisdictions. </a:t>
            </a:r>
          </a:p>
          <a:p>
            <a:pPr lvl="1">
              <a:buFont typeface="Wingdings" panose="020B0604020202020204" pitchFamily="34" charset="0"/>
              <a:buChar char="§"/>
            </a:pPr>
            <a:endParaRPr lang="en-US" sz="1800">
              <a:solidFill>
                <a:schemeClr val="bg1"/>
              </a:solidFill>
              <a:latin typeface="Baskerville Old Face"/>
              <a:cs typeface="Times New Roman"/>
            </a:endParaRPr>
          </a:p>
          <a:p>
            <a:pPr>
              <a:buFont typeface="Wingdings" panose="020B0604020202020204" pitchFamily="34" charset="0"/>
              <a:buChar char="§"/>
            </a:pPr>
            <a:r>
              <a:rPr lang="en-US" sz="1800">
                <a:solidFill>
                  <a:schemeClr val="bg1"/>
                </a:solidFill>
                <a:latin typeface="Baskerville Old Face"/>
                <a:cs typeface="Times New Roman"/>
              </a:rPr>
              <a:t>“Yes, it will catch criminals who are too stupid to realize that their security products have been backdoored or too lazy to switch to an alternative, but those criminals are likely to make all sorts of other mistakes in their security and be catchable anyway. The smart criminals that any mandatory backdoors are supposed to catch—terrorists, organized crime, and so on—will easily be able to evade those backdoors. Even if a criminal has to use, for example, a US encryption product for communicating with the world at large, it is easy for him to also use a non-US non-backdoored encryption product for communicating with his compatriots.” [23]</a:t>
            </a:r>
          </a:p>
          <a:p>
            <a:pPr>
              <a:buFont typeface="Wingdings" panose="020B0604020202020204" pitchFamily="34" charset="0"/>
              <a:buChar char="§"/>
            </a:pPr>
            <a:endParaRPr lang="en-US" sz="1200">
              <a:latin typeface="Times New Roman"/>
              <a:cs typeface="Times New Roman"/>
            </a:endParaRPr>
          </a:p>
        </p:txBody>
      </p:sp>
    </p:spTree>
    <p:extLst>
      <p:ext uri="{BB962C8B-B14F-4D97-AF65-F5344CB8AC3E}">
        <p14:creationId xmlns:p14="http://schemas.microsoft.com/office/powerpoint/2010/main" val="2496962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C948-F947-4FB2-1CD4-6CF9BD70B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2057E-F370-11EE-A368-12488D581EA2}"/>
              </a:ext>
            </a:extLst>
          </p:cNvPr>
          <p:cNvSpPr>
            <a:spLocks noGrp="1"/>
          </p:cNvSpPr>
          <p:nvPr>
            <p:ph type="title"/>
          </p:nvPr>
        </p:nvSpPr>
        <p:spPr>
          <a:solidFill>
            <a:schemeClr val="tx2">
              <a:lumMod val="90000"/>
              <a:lumOff val="10000"/>
            </a:schemeClr>
          </a:solidFill>
        </p:spPr>
        <p:txBody>
          <a:bodyPr/>
          <a:lstStyle/>
          <a:p>
            <a:r>
              <a:rPr lang="en-US">
                <a:solidFill>
                  <a:schemeClr val="bg1"/>
                </a:solidFill>
                <a:latin typeface="Century Schoolbook"/>
              </a:rPr>
              <a:t>Future Research</a:t>
            </a:r>
            <a:endParaRPr lang="en-US">
              <a:solidFill>
                <a:schemeClr val="bg1"/>
              </a:solidFill>
            </a:endParaRPr>
          </a:p>
        </p:txBody>
      </p:sp>
      <p:sp>
        <p:nvSpPr>
          <p:cNvPr id="3" name="Content Placeholder 2">
            <a:extLst>
              <a:ext uri="{FF2B5EF4-FFF2-40B4-BE49-F238E27FC236}">
                <a16:creationId xmlns:a16="http://schemas.microsoft.com/office/drawing/2014/main" id="{B087D38B-2479-E35C-2D4B-7351B44FDE53}"/>
              </a:ext>
            </a:extLst>
          </p:cNvPr>
          <p:cNvSpPr>
            <a:spLocks noGrp="1"/>
          </p:cNvSpPr>
          <p:nvPr>
            <p:ph idx="1"/>
          </p:nvPr>
        </p:nvSpPr>
        <p:spPr>
          <a:xfrm>
            <a:off x="838200" y="1834918"/>
            <a:ext cx="6835698" cy="4351338"/>
          </a:xfrm>
          <a:noFill/>
          <a:ln>
            <a:solidFill>
              <a:srgbClr val="0B1C2C"/>
            </a:solidFill>
          </a:ln>
        </p:spPr>
        <p:txBody>
          <a:bodyPr vert="horz" lIns="91440" tIns="45720" rIns="91440" bIns="45720" rtlCol="0" anchor="t">
            <a:normAutofit lnSpcReduction="10000"/>
          </a:bodyPr>
          <a:lstStyle/>
          <a:p>
            <a:pPr>
              <a:buFont typeface="Wingdings" panose="020B0604020202020204" pitchFamily="34" charset="0"/>
              <a:buChar char="§"/>
            </a:pPr>
            <a:r>
              <a:rPr lang="en-US" sz="2400">
                <a:solidFill>
                  <a:schemeClr val="bg1"/>
                </a:solidFill>
                <a:latin typeface="Baskerville Old Face"/>
                <a:cs typeface="Times New Roman"/>
              </a:rPr>
              <a:t>Further empirical research must be conducted to evaluate the true impact of backdoor access on crime prevention and prosecution</a:t>
            </a:r>
            <a:endParaRPr lang="en-US" sz="2400">
              <a:solidFill>
                <a:schemeClr val="bg1"/>
              </a:solidFill>
              <a:latin typeface="Baskerville Old Face"/>
            </a:endParaRPr>
          </a:p>
          <a:p>
            <a:pPr lvl="1">
              <a:buFont typeface="Wingdings" panose="020B0604020202020204" pitchFamily="34" charset="0"/>
              <a:buChar char="§"/>
            </a:pPr>
            <a:r>
              <a:rPr lang="en-US">
                <a:solidFill>
                  <a:schemeClr val="bg1"/>
                </a:solidFill>
                <a:latin typeface="Baskerville Old Face"/>
                <a:cs typeface="Times New Roman"/>
              </a:rPr>
              <a:t>Insufficient evidence to determine whether the absence of such access significantly affects law enforcement's ability to investigate and prosecute serious criminal activity</a:t>
            </a:r>
          </a:p>
          <a:p>
            <a:pPr>
              <a:buFont typeface="Wingdings" panose="020B0604020202020204" pitchFamily="34" charset="0"/>
              <a:buChar char="§"/>
            </a:pPr>
            <a:r>
              <a:rPr lang="en-US" sz="2400">
                <a:solidFill>
                  <a:schemeClr val="bg1"/>
                </a:solidFill>
                <a:latin typeface="Baskerville Old Face"/>
                <a:cs typeface="Times New Roman"/>
              </a:rPr>
              <a:t>Examining case studies, statistical data, and interviews with investigators to assess how often encryption directly impedes justice</a:t>
            </a:r>
          </a:p>
          <a:p>
            <a:pPr>
              <a:buFont typeface="Wingdings" panose="020B0604020202020204" pitchFamily="34" charset="0"/>
              <a:buChar char="§"/>
            </a:pPr>
            <a:r>
              <a:rPr lang="en-US" sz="2400">
                <a:solidFill>
                  <a:schemeClr val="bg1"/>
                </a:solidFill>
                <a:latin typeface="Baskerville Old Face"/>
                <a:cs typeface="Times New Roman"/>
              </a:rPr>
              <a:t>Without solid evidence, policy decisions around encryption backdoors risk being driven more by fear and assumption than by facts and effectiveness</a:t>
            </a:r>
          </a:p>
        </p:txBody>
      </p:sp>
      <p:pic>
        <p:nvPicPr>
          <p:cNvPr id="7" name="Graphic 6" descr="Detective male outline">
            <a:extLst>
              <a:ext uri="{FF2B5EF4-FFF2-40B4-BE49-F238E27FC236}">
                <a16:creationId xmlns:a16="http://schemas.microsoft.com/office/drawing/2014/main" id="{F5CB8DA9-A6CB-F80B-80FF-D64BAF044E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0557" y="2219093"/>
            <a:ext cx="3599985" cy="3599985"/>
          </a:xfrm>
          <a:prstGeom prst="rect">
            <a:avLst/>
          </a:prstGeom>
        </p:spPr>
      </p:pic>
    </p:spTree>
    <p:extLst>
      <p:ext uri="{BB962C8B-B14F-4D97-AF65-F5344CB8AC3E}">
        <p14:creationId xmlns:p14="http://schemas.microsoft.com/office/powerpoint/2010/main" val="235211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700E1-D6D2-58D4-E889-7085DDABA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B33EB-42BB-EB74-984A-19972D2EBBFD}"/>
              </a:ext>
            </a:extLst>
          </p:cNvPr>
          <p:cNvSpPr>
            <a:spLocks noGrp="1"/>
          </p:cNvSpPr>
          <p:nvPr>
            <p:ph type="title"/>
          </p:nvPr>
        </p:nvSpPr>
        <p:spPr>
          <a:solidFill>
            <a:schemeClr val="tx2">
              <a:lumMod val="90000"/>
              <a:lumOff val="10000"/>
            </a:schemeClr>
          </a:solidFill>
        </p:spPr>
        <p:txBody>
          <a:bodyPr>
            <a:normAutofit/>
          </a:bodyPr>
          <a:lstStyle/>
          <a:p>
            <a:r>
              <a:rPr lang="en-US">
                <a:solidFill>
                  <a:schemeClr val="bg1"/>
                </a:solidFill>
                <a:latin typeface="Century Schoolbook"/>
              </a:rPr>
              <a:t>Conclusion </a:t>
            </a:r>
            <a:endParaRPr lang="en-US">
              <a:solidFill>
                <a:schemeClr val="bg1"/>
              </a:solidFill>
            </a:endParaRPr>
          </a:p>
        </p:txBody>
      </p:sp>
      <p:sp>
        <p:nvSpPr>
          <p:cNvPr id="3" name="Content Placeholder 2">
            <a:extLst>
              <a:ext uri="{FF2B5EF4-FFF2-40B4-BE49-F238E27FC236}">
                <a16:creationId xmlns:a16="http://schemas.microsoft.com/office/drawing/2014/main" id="{1CFC19DB-5801-FA51-9D9D-11DE4793E1E4}"/>
              </a:ext>
            </a:extLst>
          </p:cNvPr>
          <p:cNvSpPr>
            <a:spLocks noGrp="1"/>
          </p:cNvSpPr>
          <p:nvPr>
            <p:ph idx="1"/>
          </p:nvPr>
        </p:nvSpPr>
        <p:spPr>
          <a:xfrm>
            <a:off x="3049858" y="1937137"/>
            <a:ext cx="5897138" cy="4351338"/>
          </a:xfrm>
          <a:noFill/>
          <a:ln w="12700">
            <a:solidFill>
              <a:srgbClr val="0B1C2C"/>
            </a:solidFill>
          </a:ln>
        </p:spPr>
        <p:txBody>
          <a:bodyPr vert="horz" lIns="91440" tIns="45720" rIns="91440" bIns="45720" rtlCol="0" anchor="t">
            <a:noAutofit/>
          </a:bodyPr>
          <a:lstStyle/>
          <a:p>
            <a:pPr>
              <a:buFont typeface="Wingdings" panose="020B0604020202020204" pitchFamily="34" charset="0"/>
              <a:buChar char="§"/>
            </a:pPr>
            <a:r>
              <a:rPr lang="en-US" sz="1800">
                <a:solidFill>
                  <a:schemeClr val="bg1"/>
                </a:solidFill>
                <a:latin typeface="Baskerville Old Face"/>
                <a:cs typeface="Times New Roman"/>
              </a:rPr>
              <a:t>Cryptography is a foundational pillar of digital security in both personal and national contexts</a:t>
            </a:r>
            <a:endParaRPr lang="en-US" sz="1800">
              <a:solidFill>
                <a:srgbClr val="000000"/>
              </a:solidFill>
              <a:latin typeface="Baskerville Old Face"/>
              <a:cs typeface="Times New Roman"/>
            </a:endParaRPr>
          </a:p>
          <a:p>
            <a:pPr>
              <a:buFont typeface="Wingdings" panose="020B0604020202020204" pitchFamily="34" charset="0"/>
              <a:buChar char="§"/>
            </a:pPr>
            <a:r>
              <a:rPr lang="en-US" sz="1800">
                <a:solidFill>
                  <a:schemeClr val="bg1"/>
                </a:solidFill>
                <a:latin typeface="Baskerville Old Face"/>
                <a:cs typeface="Times New Roman"/>
              </a:rPr>
              <a:t>Mandating backdoors in encryption software, no matter how well-intentioned, introduces fatal flaws that compromise these protections</a:t>
            </a:r>
            <a:endParaRPr lang="en-US" sz="1800">
              <a:solidFill>
                <a:srgbClr val="000000"/>
              </a:solidFill>
              <a:latin typeface="Baskerville Old Face"/>
              <a:cs typeface="Times New Roman"/>
            </a:endParaRPr>
          </a:p>
          <a:p>
            <a:pPr>
              <a:buFont typeface="Wingdings" panose="020B0604020202020204" pitchFamily="34" charset="0"/>
              <a:buChar char="§"/>
            </a:pPr>
            <a:r>
              <a:rPr lang="en-US" sz="1800">
                <a:solidFill>
                  <a:schemeClr val="bg1"/>
                </a:solidFill>
                <a:latin typeface="Baskerville Old Face"/>
                <a:cs typeface="Times New Roman"/>
              </a:rPr>
              <a:t>The argument that backdoors could help law enforcement must be balanced against the overwhelming risks:  </a:t>
            </a:r>
            <a:endParaRPr lang="en-US" sz="1800">
              <a:solidFill>
                <a:srgbClr val="000000"/>
              </a:solidFill>
              <a:latin typeface="Baskerville Old Face"/>
              <a:cs typeface="Times New Roman"/>
            </a:endParaRPr>
          </a:p>
          <a:p>
            <a:pPr lvl="1">
              <a:buFont typeface="Wingdings" panose="020B0604020202020204" pitchFamily="34" charset="0"/>
              <a:buChar char="§"/>
            </a:pPr>
            <a:r>
              <a:rPr lang="en-US" sz="1400">
                <a:solidFill>
                  <a:schemeClr val="bg1"/>
                </a:solidFill>
                <a:latin typeface="Baskerville Old Face"/>
                <a:cs typeface="Times New Roman"/>
              </a:rPr>
              <a:t>weakening national security</a:t>
            </a:r>
            <a:endParaRPr lang="en-US" sz="1400">
              <a:solidFill>
                <a:srgbClr val="000000"/>
              </a:solidFill>
              <a:latin typeface="Baskerville Old Face"/>
              <a:cs typeface="Times New Roman"/>
            </a:endParaRPr>
          </a:p>
          <a:p>
            <a:pPr lvl="1">
              <a:buFont typeface="Wingdings" panose="020B0604020202020204" pitchFamily="34" charset="0"/>
              <a:buChar char="§"/>
            </a:pPr>
            <a:r>
              <a:rPr lang="en-US" sz="1400">
                <a:solidFill>
                  <a:schemeClr val="bg1"/>
                </a:solidFill>
                <a:latin typeface="Baskerville Old Face"/>
                <a:cs typeface="Times New Roman"/>
              </a:rPr>
              <a:t>violating civil liberties</a:t>
            </a:r>
            <a:endParaRPr lang="en-US" sz="1400">
              <a:solidFill>
                <a:srgbClr val="000000"/>
              </a:solidFill>
              <a:latin typeface="Baskerville Old Face"/>
              <a:cs typeface="Times New Roman"/>
            </a:endParaRPr>
          </a:p>
          <a:p>
            <a:pPr lvl="1">
              <a:buFont typeface="Wingdings" panose="020B0604020202020204" pitchFamily="34" charset="0"/>
              <a:buChar char="§"/>
            </a:pPr>
            <a:r>
              <a:rPr lang="en-US" sz="1400">
                <a:solidFill>
                  <a:schemeClr val="bg1"/>
                </a:solidFill>
                <a:latin typeface="Baskerville Old Face"/>
                <a:cs typeface="Times New Roman"/>
              </a:rPr>
              <a:t>eroding public trust</a:t>
            </a:r>
            <a:endParaRPr lang="en-US" sz="1400">
              <a:solidFill>
                <a:srgbClr val="000000"/>
              </a:solidFill>
              <a:latin typeface="Baskerville Old Face"/>
              <a:cs typeface="Times New Roman"/>
            </a:endParaRPr>
          </a:p>
          <a:p>
            <a:pPr lvl="1">
              <a:buFont typeface="Wingdings" panose="020B0604020202020204" pitchFamily="34" charset="0"/>
              <a:buChar char="§"/>
            </a:pPr>
            <a:r>
              <a:rPr lang="en-US" sz="1400">
                <a:solidFill>
                  <a:schemeClr val="bg1"/>
                </a:solidFill>
                <a:latin typeface="Baskerville Old Face"/>
                <a:cs typeface="Times New Roman"/>
              </a:rPr>
              <a:t>enabling foreign cyberattacks.</a:t>
            </a:r>
          </a:p>
          <a:p>
            <a:pPr>
              <a:buFont typeface="Wingdings" panose="020B0604020202020204" pitchFamily="34" charset="0"/>
              <a:buChar char="§"/>
            </a:pPr>
            <a:r>
              <a:rPr lang="en-US" sz="1800">
                <a:solidFill>
                  <a:schemeClr val="bg1"/>
                </a:solidFill>
                <a:latin typeface="Baskerville Old Face"/>
                <a:cs typeface="Times New Roman"/>
              </a:rPr>
              <a:t>A backdoor cannot be securely implemented or effectively limited to its intended use</a:t>
            </a:r>
            <a:endParaRPr lang="en-US"/>
          </a:p>
          <a:p>
            <a:pPr marL="0" indent="0">
              <a:buNone/>
            </a:pPr>
            <a:r>
              <a:rPr lang="en-US" sz="1600">
                <a:solidFill>
                  <a:schemeClr val="bg1"/>
                </a:solidFill>
                <a:latin typeface="Baskerville Old Face"/>
                <a:cs typeface="Times New Roman"/>
              </a:rPr>
              <a:t> </a:t>
            </a:r>
          </a:p>
        </p:txBody>
      </p:sp>
    </p:spTree>
    <p:extLst>
      <p:ext uri="{BB962C8B-B14F-4D97-AF65-F5344CB8AC3E}">
        <p14:creationId xmlns:p14="http://schemas.microsoft.com/office/powerpoint/2010/main" val="4040034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7423-DFA5-9CCE-3F6F-5EE5F567B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6B1BC-BEE9-C454-AD06-723E242AF2AA}"/>
              </a:ext>
            </a:extLst>
          </p:cNvPr>
          <p:cNvSpPr>
            <a:spLocks noGrp="1"/>
          </p:cNvSpPr>
          <p:nvPr>
            <p:ph type="title"/>
          </p:nvPr>
        </p:nvSpPr>
        <p:spPr>
          <a:solidFill>
            <a:schemeClr val="tx2">
              <a:lumMod val="90000"/>
              <a:lumOff val="10000"/>
            </a:schemeClr>
          </a:solidFill>
        </p:spPr>
        <p:txBody>
          <a:bodyPr/>
          <a:lstStyle/>
          <a:p>
            <a:r>
              <a:rPr lang="en-US">
                <a:solidFill>
                  <a:schemeClr val="bg1"/>
                </a:solidFill>
                <a:latin typeface="Century Schoolbook"/>
              </a:rPr>
              <a:t>Works Cited</a:t>
            </a:r>
            <a:endParaRPr lang="en-US"/>
          </a:p>
        </p:txBody>
      </p:sp>
      <p:sp>
        <p:nvSpPr>
          <p:cNvPr id="3" name="Content Placeholder 2">
            <a:extLst>
              <a:ext uri="{FF2B5EF4-FFF2-40B4-BE49-F238E27FC236}">
                <a16:creationId xmlns:a16="http://schemas.microsoft.com/office/drawing/2014/main" id="{6821848C-C5DD-B0B0-B021-F5969D132C34}"/>
              </a:ext>
            </a:extLst>
          </p:cNvPr>
          <p:cNvSpPr>
            <a:spLocks noGrp="1"/>
          </p:cNvSpPr>
          <p:nvPr>
            <p:ph idx="1"/>
          </p:nvPr>
        </p:nvSpPr>
        <p:spPr>
          <a:noFill/>
          <a:ln>
            <a:solidFill>
              <a:srgbClr val="0B1C2C"/>
            </a:solidFill>
          </a:ln>
        </p:spPr>
        <p:txBody>
          <a:bodyPr vert="horz" lIns="91440" tIns="45720" rIns="91440" bIns="45720" rtlCol="0" anchor="t">
            <a:normAutofit/>
          </a:bodyPr>
          <a:lstStyle/>
          <a:p>
            <a:r>
              <a:rPr lang="en-US" sz="1600">
                <a:solidFill>
                  <a:schemeClr val="bg1"/>
                </a:solidFill>
                <a:latin typeface="Aptos"/>
                <a:cs typeface="Times New Roman"/>
              </a:rPr>
              <a:t>[3], [7], [8], [10] A. Badman and M. Kosinski, “What is Asymmetric Encryption? | IBM,” Ibm.com, Aug. 08, 2024. </a:t>
            </a:r>
          </a:p>
          <a:p>
            <a:r>
              <a:rPr lang="en-US" sz="1600">
                <a:solidFill>
                  <a:schemeClr val="bg1"/>
                </a:solidFill>
                <a:latin typeface="Aptos"/>
                <a:cs typeface="Times New Roman"/>
              </a:rPr>
              <a:t>[12], [13] Computer Security Division, Information Technology Laboratory, National Institute of Standards and Technology, U.S. Department of Commerce, “Cryptographic Module Validation Program | CSRC,” Nist.gov, 2016. </a:t>
            </a:r>
            <a:r>
              <a:rPr lang="en-US" sz="1600">
                <a:solidFill>
                  <a:schemeClr val="bg1"/>
                </a:solidFill>
                <a:latin typeface="Aptos"/>
                <a:cs typeface="Times New Roman"/>
                <a:hlinkClick r:id="rId2">
                  <a:extLst>
                    <a:ext uri="{A12FA001-AC4F-418D-AE19-62706E023703}">
                      <ahyp:hlinkClr xmlns:ahyp="http://schemas.microsoft.com/office/drawing/2018/hyperlinkcolor" val="tx"/>
                    </a:ext>
                  </a:extLst>
                </a:hlinkClick>
              </a:rPr>
              <a:t>https://csrc.nist.gov/projects/cryptographic-module-validation-program</a:t>
            </a:r>
            <a:endParaRPr lang="en-US">
              <a:solidFill>
                <a:schemeClr val="bg1"/>
              </a:solidFill>
              <a:hlinkClick r:id="rId2">
                <a:extLst>
                  <a:ext uri="{A12FA001-AC4F-418D-AE19-62706E023703}">
                    <ahyp:hlinkClr xmlns:ahyp="http://schemas.microsoft.com/office/drawing/2018/hyperlinkcolor" val="tx"/>
                  </a:ext>
                </a:extLst>
              </a:hlinkClick>
            </a:endParaRPr>
          </a:p>
          <a:p>
            <a:r>
              <a:rPr lang="en-US" sz="1600">
                <a:solidFill>
                  <a:schemeClr val="bg1"/>
                </a:solidFill>
                <a:latin typeface="Aptos"/>
                <a:cs typeface="Times New Roman"/>
              </a:rPr>
              <a:t>[18]A. Sahai, “What is Supply Chain Attack in Cybersecurity? Its Types, Risks, and Common Sources,” </a:t>
            </a:r>
            <a:r>
              <a:rPr lang="en-US" sz="1600" err="1">
                <a:solidFill>
                  <a:schemeClr val="bg1"/>
                </a:solidFill>
                <a:latin typeface="Aptos"/>
                <a:cs typeface="Times New Roman"/>
              </a:rPr>
              <a:t>Ampcus</a:t>
            </a:r>
            <a:r>
              <a:rPr lang="en-US" sz="1600">
                <a:solidFill>
                  <a:schemeClr val="bg1"/>
                </a:solidFill>
                <a:latin typeface="Aptos"/>
                <a:cs typeface="Times New Roman"/>
              </a:rPr>
              <a:t> Cyber, Apr. 24, 2025. https://www.ampcuscyber.com/knowledge-hub/what-is-a-supply-chain-attack/</a:t>
            </a:r>
          </a:p>
          <a:p>
            <a:r>
              <a:rPr lang="en-US" sz="1600">
                <a:solidFill>
                  <a:schemeClr val="bg1"/>
                </a:solidFill>
                <a:latin typeface="Aptos"/>
                <a:cs typeface="Times New Roman"/>
              </a:rPr>
              <a:t>[19]K. Zetter, “DOJ Detected SolarWinds Breach Months Before Public Disclosure,” WIRED, Apr. 28, 2023. </a:t>
            </a:r>
            <a:r>
              <a:rPr lang="en-US" sz="1600">
                <a:solidFill>
                  <a:schemeClr val="bg1"/>
                </a:solidFill>
                <a:latin typeface="Aptos"/>
                <a:cs typeface="Times New Roman"/>
                <a:hlinkClick r:id="rId3"/>
              </a:rPr>
              <a:t>https://www.wired.com/story/solarwinds-hack-public-disclosure/?utm_source=chatgpt.com</a:t>
            </a:r>
          </a:p>
          <a:p>
            <a:r>
              <a:rPr lang="en-US" sz="1600">
                <a:solidFill>
                  <a:schemeClr val="bg1"/>
                </a:solidFill>
                <a:latin typeface="Aptos"/>
                <a:cs typeface="Times New Roman"/>
              </a:rPr>
              <a:t>[23],  Third Way, “Weakened Encryption: The Threat to America’s National Security,” Thirdway.org, 2025. https://www.thirdway.org/report/weakened-encryption-the-threat-to-americas-national-security?utm_source=chatgpt.com</a:t>
            </a:r>
          </a:p>
          <a:p>
            <a:endParaRPr lang="en-US" sz="1600">
              <a:solidFill>
                <a:schemeClr val="bg1"/>
              </a:solidFill>
              <a:latin typeface="Aptos"/>
              <a:cs typeface="Times New Roman"/>
            </a:endParaRPr>
          </a:p>
          <a:p>
            <a:endParaRPr lang="en-US" sz="1600">
              <a:solidFill>
                <a:srgbClr val="000000"/>
              </a:solidFill>
              <a:latin typeface="Aptos"/>
              <a:cs typeface="Times New Roman"/>
            </a:endParaRPr>
          </a:p>
          <a:p>
            <a:br>
              <a:rPr lang="en-US" sz="1600">
                <a:solidFill>
                  <a:schemeClr val="bg1"/>
                </a:solidFill>
                <a:latin typeface="Aptos"/>
                <a:cs typeface="Times New Roman"/>
              </a:rPr>
            </a:br>
            <a:r>
              <a:rPr lang="en-US" sz="1600">
                <a:solidFill>
                  <a:schemeClr val="bg1"/>
                </a:solidFill>
                <a:latin typeface="Aptos"/>
                <a:cs typeface="Times New Roman"/>
              </a:rPr>
              <a:t> </a:t>
            </a:r>
            <a:endParaRPr lang="en-US" sz="1600">
              <a:solidFill>
                <a:schemeClr val="bg1"/>
              </a:solidFill>
              <a:latin typeface="Aptos"/>
              <a:cs typeface="Times New Roman"/>
              <a:hlinkClick r:id="" action="ppaction://noaction">
                <a:extLst>
                  <a:ext uri="{A12FA001-AC4F-418D-AE19-62706E023703}">
                    <ahyp:hlinkClr xmlns:ahyp="http://schemas.microsoft.com/office/drawing/2018/hyperlinkcolor" val="tx"/>
                  </a:ext>
                </a:extLst>
              </a:hlinkClick>
            </a:endParaRPr>
          </a:p>
          <a:p>
            <a:endParaRPr lang="en-US" sz="2400">
              <a:solidFill>
                <a:schemeClr val="bg1"/>
              </a:solidFill>
              <a:latin typeface="Aptos"/>
              <a:cs typeface="Times New Roman"/>
            </a:endParaRPr>
          </a:p>
        </p:txBody>
      </p:sp>
    </p:spTree>
    <p:extLst>
      <p:ext uri="{BB962C8B-B14F-4D97-AF65-F5344CB8AC3E}">
        <p14:creationId xmlns:p14="http://schemas.microsoft.com/office/powerpoint/2010/main" val="531886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1552</Words>
  <Application>Microsoft Office PowerPoint</Application>
  <PresentationFormat>Widescreen</PresentationFormat>
  <Paragraphs>142</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Baskerville Old Face</vt:lpstr>
      <vt:lpstr>Century Schoolbook</vt:lpstr>
      <vt:lpstr>Courier New</vt:lpstr>
      <vt:lpstr>Times New Roman</vt:lpstr>
      <vt:lpstr>Wingdings</vt:lpstr>
      <vt:lpstr>office theme</vt:lpstr>
      <vt:lpstr>When Privacy is Compromised:  The Ethical Fallout of Government Backdoors</vt:lpstr>
      <vt:lpstr>Introduction</vt:lpstr>
      <vt:lpstr>Literature Review</vt:lpstr>
      <vt:lpstr>Methodology</vt:lpstr>
      <vt:lpstr>Results &amp; Analysis </vt:lpstr>
      <vt:lpstr>Foreign Advisories</vt:lpstr>
      <vt:lpstr>Cyber Criminals</vt:lpstr>
      <vt:lpstr>Weakened System</vt:lpstr>
      <vt:lpstr>Discussion &amp; Implications</vt:lpstr>
      <vt:lpstr>Untrusting Public</vt:lpstr>
      <vt:lpstr>Unchecked Surveillance</vt:lpstr>
      <vt:lpstr>Unenforceability Across Boarders</vt:lpstr>
      <vt:lpstr>Future Research</vt:lpstr>
      <vt:lpstr>Conclusion </vt:lpstr>
      <vt:lpstr>Works Cited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 Peduzzi</dc:creator>
  <cp:lastModifiedBy>Jack Peduzzi</cp:lastModifiedBy>
  <cp:revision>1</cp:revision>
  <dcterms:created xsi:type="dcterms:W3CDTF">2025-04-29T09:20:58Z</dcterms:created>
  <dcterms:modified xsi:type="dcterms:W3CDTF">2026-09-04T00:37:54Z</dcterms:modified>
</cp:coreProperties>
</file>